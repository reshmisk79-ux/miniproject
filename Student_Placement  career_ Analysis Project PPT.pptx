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649200" cy="7315200"/>
  <p:notesSz cx="126492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93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8690" y="2267712"/>
            <a:ext cx="1075182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97380" y="4096512"/>
            <a:ext cx="885444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32460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14338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228600"/>
            <a:ext cx="12192000" cy="323850"/>
          </a:xfrm>
          <a:custGeom>
            <a:avLst/>
            <a:gdLst/>
            <a:ahLst/>
            <a:cxnLst/>
            <a:rect l="l" t="t" r="r" b="b"/>
            <a:pathLst>
              <a:path w="12192000" h="323850">
                <a:moveTo>
                  <a:pt x="12191999" y="323849"/>
                </a:moveTo>
                <a:lnTo>
                  <a:pt x="0" y="3238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23849"/>
                </a:lnTo>
                <a:close/>
              </a:path>
            </a:pathLst>
          </a:custGeom>
          <a:solidFill>
            <a:srgbClr val="3B3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8587" y="548639"/>
            <a:ext cx="12192000" cy="1222375"/>
          </a:xfrm>
          <a:custGeom>
            <a:avLst/>
            <a:gdLst/>
            <a:ahLst/>
            <a:cxnLst/>
            <a:rect l="l" t="t" r="r" b="b"/>
            <a:pathLst>
              <a:path w="12192000" h="1222375">
                <a:moveTo>
                  <a:pt x="12192000" y="1213485"/>
                </a:moveTo>
                <a:lnTo>
                  <a:pt x="0" y="1213485"/>
                </a:lnTo>
                <a:lnTo>
                  <a:pt x="0" y="1221752"/>
                </a:lnTo>
                <a:lnTo>
                  <a:pt x="12192000" y="1221752"/>
                </a:lnTo>
                <a:lnTo>
                  <a:pt x="12192000" y="1213485"/>
                </a:lnTo>
                <a:close/>
              </a:path>
              <a:path w="12192000" h="1222375">
                <a:moveTo>
                  <a:pt x="12192000" y="0"/>
                </a:moveTo>
                <a:lnTo>
                  <a:pt x="0" y="0"/>
                </a:lnTo>
                <a:lnTo>
                  <a:pt x="0" y="3810"/>
                </a:lnTo>
                <a:lnTo>
                  <a:pt x="12192000" y="381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>
              <a:alpha val="109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8600" y="1762124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5">
                <a:moveTo>
                  <a:pt x="0" y="64135"/>
                </a:moveTo>
                <a:lnTo>
                  <a:pt x="12191999" y="64135"/>
                </a:lnTo>
                <a:lnTo>
                  <a:pt x="12191999" y="0"/>
                </a:lnTo>
                <a:lnTo>
                  <a:pt x="0" y="0"/>
                </a:lnTo>
                <a:lnTo>
                  <a:pt x="0" y="64135"/>
                </a:lnTo>
                <a:close/>
              </a:path>
            </a:pathLst>
          </a:custGeom>
          <a:solidFill>
            <a:srgbClr val="000000">
              <a:alpha val="1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8600" y="552449"/>
            <a:ext cx="12192000" cy="1209675"/>
          </a:xfrm>
          <a:custGeom>
            <a:avLst/>
            <a:gdLst/>
            <a:ahLst/>
            <a:cxnLst/>
            <a:rect l="l" t="t" r="r" b="b"/>
            <a:pathLst>
              <a:path w="12192000" h="1209675">
                <a:moveTo>
                  <a:pt x="12191999" y="1209674"/>
                </a:moveTo>
                <a:lnTo>
                  <a:pt x="0" y="12096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209674"/>
                </a:lnTo>
                <a:close/>
              </a:path>
            </a:pathLst>
          </a:custGeom>
          <a:solidFill>
            <a:srgbClr val="F2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67474" y="480694"/>
            <a:ext cx="1053465" cy="705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2460" y="1682496"/>
            <a:ext cx="1138428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00728" y="6803136"/>
            <a:ext cx="4047744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32460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07424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9075" y="219075"/>
            <a:ext cx="1971675" cy="6877050"/>
            <a:chOff x="219075" y="219075"/>
            <a:chExt cx="1971675" cy="6877050"/>
          </a:xfrm>
        </p:grpSpPr>
        <p:sp>
          <p:nvSpPr>
            <p:cNvPr id="4" name="object 4"/>
            <p:cNvSpPr/>
            <p:nvPr/>
          </p:nvSpPr>
          <p:spPr>
            <a:xfrm>
              <a:off x="2181225" y="228599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1276350"/>
                  </a:moveTo>
                  <a:lnTo>
                    <a:pt x="9524" y="1276350"/>
                  </a:lnTo>
                  <a:lnTo>
                    <a:pt x="9524" y="0"/>
                  </a:lnTo>
                  <a:lnTo>
                    <a:pt x="0" y="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00" y="1504949"/>
              <a:ext cx="1952625" cy="1419225"/>
            </a:xfrm>
            <a:custGeom>
              <a:avLst/>
              <a:gdLst/>
              <a:ahLst/>
              <a:cxnLst/>
              <a:rect l="l" t="t" r="r" b="b"/>
              <a:pathLst>
                <a:path w="1952625" h="1419225">
                  <a:moveTo>
                    <a:pt x="0" y="1419224"/>
                  </a:moveTo>
                  <a:lnTo>
                    <a:pt x="1952624" y="1419224"/>
                  </a:lnTo>
                  <a:lnTo>
                    <a:pt x="1952624" y="0"/>
                  </a:lnTo>
                  <a:lnTo>
                    <a:pt x="0" y="0"/>
                  </a:lnTo>
                  <a:lnTo>
                    <a:pt x="0" y="1419224"/>
                  </a:lnTo>
                  <a:close/>
                </a:path>
              </a:pathLst>
            </a:custGeom>
            <a:solidFill>
              <a:srgbClr val="E9D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00" y="228600"/>
              <a:ext cx="1952625" cy="6858000"/>
            </a:xfrm>
            <a:custGeom>
              <a:avLst/>
              <a:gdLst/>
              <a:ahLst/>
              <a:cxnLst/>
              <a:rect l="l" t="t" r="r" b="b"/>
              <a:pathLst>
                <a:path w="1952625" h="6858000">
                  <a:moveTo>
                    <a:pt x="0" y="0"/>
                  </a:moveTo>
                  <a:lnTo>
                    <a:pt x="1952624" y="0"/>
                  </a:lnTo>
                  <a:lnTo>
                    <a:pt x="1952624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13C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" y="228600"/>
              <a:ext cx="1962150" cy="1276350"/>
            </a:xfrm>
            <a:custGeom>
              <a:avLst/>
              <a:gdLst/>
              <a:ahLst/>
              <a:cxnLst/>
              <a:rect l="l" t="t" r="r" b="b"/>
              <a:pathLst>
                <a:path w="1962150" h="1276350">
                  <a:moveTo>
                    <a:pt x="1962149" y="1276349"/>
                  </a:moveTo>
                  <a:lnTo>
                    <a:pt x="0" y="1276349"/>
                  </a:lnTo>
                  <a:lnTo>
                    <a:pt x="0" y="0"/>
                  </a:lnTo>
                  <a:lnTo>
                    <a:pt x="1962149" y="0"/>
                  </a:lnTo>
                  <a:lnTo>
                    <a:pt x="1962149" y="1276349"/>
                  </a:lnTo>
                  <a:close/>
                </a:path>
              </a:pathLst>
            </a:custGeom>
            <a:solidFill>
              <a:srgbClr val="FF4A4A">
                <a:alpha val="968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3362" y="233362"/>
              <a:ext cx="1952625" cy="1266825"/>
            </a:xfrm>
            <a:custGeom>
              <a:avLst/>
              <a:gdLst/>
              <a:ahLst/>
              <a:cxnLst/>
              <a:rect l="l" t="t" r="r" b="b"/>
              <a:pathLst>
                <a:path w="1952625" h="1266825">
                  <a:moveTo>
                    <a:pt x="0" y="0"/>
                  </a:moveTo>
                  <a:lnTo>
                    <a:pt x="1952624" y="0"/>
                  </a:lnTo>
                  <a:lnTo>
                    <a:pt x="1952624" y="1266824"/>
                  </a:lnTo>
                  <a:lnTo>
                    <a:pt x="0" y="1266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80206" y="476313"/>
            <a:ext cx="160147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762000" marR="5080" indent="-749935">
              <a:lnSpc>
                <a:spcPts val="1650"/>
              </a:lnSpc>
              <a:spcBef>
                <a:spcPts val="180"/>
              </a:spcBef>
            </a:pPr>
            <a:r>
              <a:rPr sz="1400" b="1" i="1" dirty="0">
                <a:solidFill>
                  <a:srgbClr val="FFFFFF"/>
                </a:solidFill>
                <a:latin typeface="Trebuchet MS"/>
                <a:cs typeface="Trebuchet MS"/>
              </a:rPr>
              <a:t>Student</a:t>
            </a:r>
            <a:r>
              <a:rPr sz="1400" b="1" i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Placement </a:t>
            </a:r>
            <a:r>
              <a:rPr sz="1400" b="1" i="1" spc="-5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endParaRPr sz="1400">
              <a:latin typeface="Trebuchet MS"/>
              <a:cs typeface="Trebuchet MS"/>
            </a:endParaRPr>
          </a:p>
          <a:p>
            <a:pPr marL="226695">
              <a:lnSpc>
                <a:spcPts val="1600"/>
              </a:lnSpc>
            </a:pPr>
            <a:r>
              <a:rPr sz="1400" b="1" i="1" dirty="0">
                <a:solidFill>
                  <a:srgbClr val="FFFFFF"/>
                </a:solidFill>
                <a:latin typeface="Trebuchet MS"/>
                <a:cs typeface="Trebuchet MS"/>
              </a:rPr>
              <a:t>Career</a:t>
            </a:r>
            <a:r>
              <a:rPr sz="1400" b="1" i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87879" y="228600"/>
            <a:ext cx="10342245" cy="6867525"/>
            <a:chOff x="2087879" y="228600"/>
            <a:chExt cx="10342245" cy="6867525"/>
          </a:xfrm>
        </p:grpSpPr>
        <p:sp>
          <p:nvSpPr>
            <p:cNvPr id="11" name="object 11"/>
            <p:cNvSpPr/>
            <p:nvPr/>
          </p:nvSpPr>
          <p:spPr>
            <a:xfrm>
              <a:off x="2087867" y="1410969"/>
              <a:ext cx="10332720" cy="103505"/>
            </a:xfrm>
            <a:custGeom>
              <a:avLst/>
              <a:gdLst/>
              <a:ahLst/>
              <a:cxnLst/>
              <a:rect l="l" t="t" r="r" b="b"/>
              <a:pathLst>
                <a:path w="10332720" h="103505">
                  <a:moveTo>
                    <a:pt x="10332720" y="0"/>
                  </a:moveTo>
                  <a:lnTo>
                    <a:pt x="0" y="0"/>
                  </a:lnTo>
                  <a:lnTo>
                    <a:pt x="0" y="93980"/>
                  </a:lnTo>
                  <a:lnTo>
                    <a:pt x="0" y="103505"/>
                  </a:lnTo>
                  <a:lnTo>
                    <a:pt x="93345" y="103505"/>
                  </a:lnTo>
                  <a:lnTo>
                    <a:pt x="93345" y="93980"/>
                  </a:lnTo>
                  <a:lnTo>
                    <a:pt x="10332720" y="93980"/>
                  </a:lnTo>
                  <a:lnTo>
                    <a:pt x="10332720" y="0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81224" y="1504949"/>
              <a:ext cx="10239375" cy="5581650"/>
            </a:xfrm>
            <a:custGeom>
              <a:avLst/>
              <a:gdLst/>
              <a:ahLst/>
              <a:cxnLst/>
              <a:rect l="l" t="t" r="r" b="b"/>
              <a:pathLst>
                <a:path w="10239375" h="5581650">
                  <a:moveTo>
                    <a:pt x="10239374" y="5581649"/>
                  </a:moveTo>
                  <a:lnTo>
                    <a:pt x="0" y="5581649"/>
                  </a:lnTo>
                  <a:lnTo>
                    <a:pt x="0" y="0"/>
                  </a:lnTo>
                  <a:lnTo>
                    <a:pt x="10239374" y="0"/>
                  </a:lnTo>
                  <a:lnTo>
                    <a:pt x="10239374" y="5581649"/>
                  </a:lnTo>
                  <a:close/>
                </a:path>
              </a:pathLst>
            </a:custGeom>
            <a:solidFill>
              <a:srgbClr val="CAFF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81224" y="1504949"/>
              <a:ext cx="10239375" cy="5581650"/>
            </a:xfrm>
            <a:custGeom>
              <a:avLst/>
              <a:gdLst/>
              <a:ahLst/>
              <a:cxnLst/>
              <a:rect l="l" t="t" r="r" b="b"/>
              <a:pathLst>
                <a:path w="10239375" h="5581650">
                  <a:moveTo>
                    <a:pt x="0" y="0"/>
                  </a:moveTo>
                  <a:lnTo>
                    <a:pt x="10239374" y="0"/>
                  </a:lnTo>
                  <a:lnTo>
                    <a:pt x="10239374" y="5581649"/>
                  </a:lnTo>
                  <a:lnTo>
                    <a:pt x="0" y="55816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13C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97011" y="228599"/>
              <a:ext cx="10323830" cy="1493520"/>
            </a:xfrm>
            <a:custGeom>
              <a:avLst/>
              <a:gdLst/>
              <a:ahLst/>
              <a:cxnLst/>
              <a:rect l="l" t="t" r="r" b="b"/>
              <a:pathLst>
                <a:path w="10323830" h="1493520">
                  <a:moveTo>
                    <a:pt x="10323576" y="1266190"/>
                  </a:moveTo>
                  <a:lnTo>
                    <a:pt x="93726" y="1266190"/>
                  </a:lnTo>
                  <a:lnTo>
                    <a:pt x="93726" y="0"/>
                  </a:lnTo>
                  <a:lnTo>
                    <a:pt x="0" y="0"/>
                  </a:lnTo>
                  <a:lnTo>
                    <a:pt x="0" y="1266190"/>
                  </a:lnTo>
                  <a:lnTo>
                    <a:pt x="0" y="1493520"/>
                  </a:lnTo>
                  <a:lnTo>
                    <a:pt x="10323576" y="1493520"/>
                  </a:lnTo>
                  <a:lnTo>
                    <a:pt x="10323576" y="1266190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90749" y="228600"/>
              <a:ext cx="10229850" cy="1266825"/>
            </a:xfrm>
            <a:custGeom>
              <a:avLst/>
              <a:gdLst/>
              <a:ahLst/>
              <a:cxnLst/>
              <a:rect l="l" t="t" r="r" b="b"/>
              <a:pathLst>
                <a:path w="10229850" h="1266825">
                  <a:moveTo>
                    <a:pt x="10229849" y="1266824"/>
                  </a:moveTo>
                  <a:lnTo>
                    <a:pt x="0" y="1266824"/>
                  </a:lnTo>
                  <a:lnTo>
                    <a:pt x="0" y="0"/>
                  </a:lnTo>
                  <a:lnTo>
                    <a:pt x="10229849" y="0"/>
                  </a:lnTo>
                  <a:lnTo>
                    <a:pt x="10229849" y="1266824"/>
                  </a:lnTo>
                  <a:close/>
                </a:path>
              </a:pathLst>
            </a:custGeom>
            <a:solidFill>
              <a:srgbClr val="EB5757">
                <a:alpha val="968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95512" y="233362"/>
              <a:ext cx="10220325" cy="1257300"/>
            </a:xfrm>
            <a:custGeom>
              <a:avLst/>
              <a:gdLst/>
              <a:ahLst/>
              <a:cxnLst/>
              <a:rect l="l" t="t" r="r" b="b"/>
              <a:pathLst>
                <a:path w="10220325" h="1257300">
                  <a:moveTo>
                    <a:pt x="0" y="0"/>
                  </a:moveTo>
                  <a:lnTo>
                    <a:pt x="10220324" y="0"/>
                  </a:lnTo>
                  <a:lnTo>
                    <a:pt x="10220324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2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47899" y="285749"/>
              <a:ext cx="10106025" cy="1152525"/>
            </a:xfrm>
            <a:custGeom>
              <a:avLst/>
              <a:gdLst/>
              <a:ahLst/>
              <a:cxnLst/>
              <a:rect l="l" t="t" r="r" b="b"/>
              <a:pathLst>
                <a:path w="10106025" h="1152525">
                  <a:moveTo>
                    <a:pt x="10106024" y="1152524"/>
                  </a:moveTo>
                  <a:lnTo>
                    <a:pt x="0" y="1152524"/>
                  </a:lnTo>
                  <a:lnTo>
                    <a:pt x="0" y="0"/>
                  </a:lnTo>
                  <a:lnTo>
                    <a:pt x="10106024" y="0"/>
                  </a:lnTo>
                  <a:lnTo>
                    <a:pt x="10106024" y="1152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62199" y="400049"/>
              <a:ext cx="1914525" cy="923925"/>
            </a:xfrm>
            <a:custGeom>
              <a:avLst/>
              <a:gdLst/>
              <a:ahLst/>
              <a:cxnLst/>
              <a:rect l="l" t="t" r="r" b="b"/>
              <a:pathLst>
                <a:path w="1914525" h="923925">
                  <a:moveTo>
                    <a:pt x="1914524" y="923924"/>
                  </a:moveTo>
                  <a:lnTo>
                    <a:pt x="0" y="923924"/>
                  </a:lnTo>
                  <a:lnTo>
                    <a:pt x="0" y="0"/>
                  </a:lnTo>
                  <a:lnTo>
                    <a:pt x="1914524" y="0"/>
                  </a:lnTo>
                  <a:lnTo>
                    <a:pt x="1914524" y="923924"/>
                  </a:lnTo>
                  <a:close/>
                </a:path>
              </a:pathLst>
            </a:custGeom>
            <a:solidFill>
              <a:srgbClr val="93B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62199" y="400049"/>
              <a:ext cx="1914525" cy="923925"/>
            </a:xfrm>
            <a:custGeom>
              <a:avLst/>
              <a:gdLst/>
              <a:ahLst/>
              <a:cxnLst/>
              <a:rect l="l" t="t" r="r" b="b"/>
              <a:pathLst>
                <a:path w="1914525" h="923925">
                  <a:moveTo>
                    <a:pt x="0" y="0"/>
                  </a:moveTo>
                  <a:lnTo>
                    <a:pt x="1914524" y="0"/>
                  </a:lnTo>
                  <a:lnTo>
                    <a:pt x="1914524" y="923924"/>
                  </a:lnTo>
                  <a:lnTo>
                    <a:pt x="0" y="9239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86024" y="480694"/>
            <a:ext cx="960755" cy="7054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r>
              <a:rPr sz="2400" spc="-25" dirty="0">
                <a:solidFill>
                  <a:srgbClr val="FFFFFF"/>
                </a:solidFill>
                <a:latin typeface="Segoe UI Semibold"/>
                <a:cs typeface="Segoe UI Semibold"/>
              </a:rPr>
              <a:t>2K</a:t>
            </a:r>
            <a:endParaRPr sz="240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r>
              <a:rPr sz="1200" spc="-20" dirty="0">
                <a:solidFill>
                  <a:srgbClr val="605D5C"/>
                </a:solidFill>
                <a:latin typeface="Segoe UI"/>
                <a:cs typeface="Segoe UI"/>
              </a:rPr>
              <a:t>Total</a:t>
            </a:r>
            <a:r>
              <a:rPr sz="12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Students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43400" y="390524"/>
            <a:ext cx="1933575" cy="942975"/>
            <a:chOff x="4343400" y="390524"/>
            <a:chExt cx="1933575" cy="942975"/>
          </a:xfrm>
        </p:grpSpPr>
        <p:sp>
          <p:nvSpPr>
            <p:cNvPr id="22" name="object 22"/>
            <p:cNvSpPr/>
            <p:nvPr/>
          </p:nvSpPr>
          <p:spPr>
            <a:xfrm>
              <a:off x="4352925" y="400049"/>
              <a:ext cx="1914525" cy="923925"/>
            </a:xfrm>
            <a:custGeom>
              <a:avLst/>
              <a:gdLst/>
              <a:ahLst/>
              <a:cxnLst/>
              <a:rect l="l" t="t" r="r" b="b"/>
              <a:pathLst>
                <a:path w="1914525" h="923925">
                  <a:moveTo>
                    <a:pt x="1914524" y="923924"/>
                  </a:moveTo>
                  <a:lnTo>
                    <a:pt x="0" y="923924"/>
                  </a:lnTo>
                  <a:lnTo>
                    <a:pt x="0" y="0"/>
                  </a:lnTo>
                  <a:lnTo>
                    <a:pt x="1914524" y="0"/>
                  </a:lnTo>
                  <a:lnTo>
                    <a:pt x="1914524" y="923924"/>
                  </a:lnTo>
                  <a:close/>
                </a:path>
              </a:pathLst>
            </a:custGeom>
            <a:solidFill>
              <a:srgbClr val="93B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52925" y="400049"/>
              <a:ext cx="1914525" cy="923925"/>
            </a:xfrm>
            <a:custGeom>
              <a:avLst/>
              <a:gdLst/>
              <a:ahLst/>
              <a:cxnLst/>
              <a:rect l="l" t="t" r="r" b="b"/>
              <a:pathLst>
                <a:path w="1914525" h="923925">
                  <a:moveTo>
                    <a:pt x="0" y="0"/>
                  </a:moveTo>
                  <a:lnTo>
                    <a:pt x="1914524" y="0"/>
                  </a:lnTo>
                  <a:lnTo>
                    <a:pt x="1914524" y="923924"/>
                  </a:lnTo>
                  <a:lnTo>
                    <a:pt x="0" y="9239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476750" y="480694"/>
            <a:ext cx="814705" cy="7054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r>
              <a:rPr sz="2400" spc="-25" dirty="0">
                <a:solidFill>
                  <a:srgbClr val="FFFFFF"/>
                </a:solidFill>
                <a:latin typeface="Segoe UI Semibold"/>
                <a:cs typeface="Segoe UI Semibold"/>
              </a:rPr>
              <a:t>2K</a:t>
            </a:r>
            <a:endParaRPr sz="240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r>
              <a:rPr sz="1200" spc="-20" dirty="0">
                <a:solidFill>
                  <a:srgbClr val="605D5C"/>
                </a:solidFill>
                <a:latin typeface="Segoe UI"/>
                <a:cs typeface="Segoe UI"/>
              </a:rPr>
              <a:t>Total</a:t>
            </a:r>
            <a:r>
              <a:rPr sz="12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Placed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334124" y="390524"/>
            <a:ext cx="1933575" cy="942975"/>
            <a:chOff x="6334124" y="390524"/>
            <a:chExt cx="1933575" cy="942975"/>
          </a:xfrm>
        </p:grpSpPr>
        <p:sp>
          <p:nvSpPr>
            <p:cNvPr id="26" name="object 26"/>
            <p:cNvSpPr/>
            <p:nvPr/>
          </p:nvSpPr>
          <p:spPr>
            <a:xfrm>
              <a:off x="6343649" y="400049"/>
              <a:ext cx="1914525" cy="923925"/>
            </a:xfrm>
            <a:custGeom>
              <a:avLst/>
              <a:gdLst/>
              <a:ahLst/>
              <a:cxnLst/>
              <a:rect l="l" t="t" r="r" b="b"/>
              <a:pathLst>
                <a:path w="1914525" h="923925">
                  <a:moveTo>
                    <a:pt x="1914524" y="923924"/>
                  </a:moveTo>
                  <a:lnTo>
                    <a:pt x="0" y="923924"/>
                  </a:lnTo>
                  <a:lnTo>
                    <a:pt x="0" y="0"/>
                  </a:lnTo>
                  <a:lnTo>
                    <a:pt x="1914524" y="0"/>
                  </a:lnTo>
                  <a:lnTo>
                    <a:pt x="1914524" y="923924"/>
                  </a:lnTo>
                  <a:close/>
                </a:path>
              </a:pathLst>
            </a:custGeom>
            <a:solidFill>
              <a:srgbClr val="93B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43649" y="400049"/>
              <a:ext cx="1914525" cy="923925"/>
            </a:xfrm>
            <a:custGeom>
              <a:avLst/>
              <a:gdLst/>
              <a:ahLst/>
              <a:cxnLst/>
              <a:rect l="l" t="t" r="r" b="b"/>
              <a:pathLst>
                <a:path w="1914525" h="923925">
                  <a:moveTo>
                    <a:pt x="0" y="0"/>
                  </a:moveTo>
                  <a:lnTo>
                    <a:pt x="1914524" y="0"/>
                  </a:lnTo>
                  <a:lnTo>
                    <a:pt x="1914524" y="923924"/>
                  </a:lnTo>
                  <a:lnTo>
                    <a:pt x="0" y="9239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r>
              <a:rPr spc="-10" dirty="0"/>
              <a:t>98.36</a:t>
            </a:r>
          </a:p>
          <a:p>
            <a:pPr>
              <a:lnSpc>
                <a:spcPct val="100000"/>
              </a:lnSpc>
              <a:spcBef>
                <a:spcPts val="345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Placement </a:t>
            </a:r>
            <a:r>
              <a:rPr sz="1200" spc="-20" dirty="0">
                <a:solidFill>
                  <a:srgbClr val="605D5C"/>
                </a:solidFill>
                <a:latin typeface="Segoe UI"/>
                <a:cs typeface="Segoe UI"/>
              </a:rPr>
              <a:t>Rate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324850" y="390524"/>
            <a:ext cx="1933575" cy="942975"/>
            <a:chOff x="8324850" y="390524"/>
            <a:chExt cx="1933575" cy="942975"/>
          </a:xfrm>
        </p:grpSpPr>
        <p:sp>
          <p:nvSpPr>
            <p:cNvPr id="30" name="object 30"/>
            <p:cNvSpPr/>
            <p:nvPr/>
          </p:nvSpPr>
          <p:spPr>
            <a:xfrm>
              <a:off x="8334375" y="400049"/>
              <a:ext cx="1914525" cy="923925"/>
            </a:xfrm>
            <a:custGeom>
              <a:avLst/>
              <a:gdLst/>
              <a:ahLst/>
              <a:cxnLst/>
              <a:rect l="l" t="t" r="r" b="b"/>
              <a:pathLst>
                <a:path w="1914525" h="923925">
                  <a:moveTo>
                    <a:pt x="1914524" y="923924"/>
                  </a:moveTo>
                  <a:lnTo>
                    <a:pt x="0" y="923924"/>
                  </a:lnTo>
                  <a:lnTo>
                    <a:pt x="0" y="0"/>
                  </a:lnTo>
                  <a:lnTo>
                    <a:pt x="1914524" y="0"/>
                  </a:lnTo>
                  <a:lnTo>
                    <a:pt x="1914524" y="923924"/>
                  </a:lnTo>
                  <a:close/>
                </a:path>
              </a:pathLst>
            </a:custGeom>
            <a:solidFill>
              <a:srgbClr val="93B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334375" y="400049"/>
              <a:ext cx="1914525" cy="923925"/>
            </a:xfrm>
            <a:custGeom>
              <a:avLst/>
              <a:gdLst/>
              <a:ahLst/>
              <a:cxnLst/>
              <a:rect l="l" t="t" r="r" b="b"/>
              <a:pathLst>
                <a:path w="1914525" h="923925">
                  <a:moveTo>
                    <a:pt x="0" y="0"/>
                  </a:moveTo>
                  <a:lnTo>
                    <a:pt x="1914524" y="0"/>
                  </a:lnTo>
                  <a:lnTo>
                    <a:pt x="1914524" y="923924"/>
                  </a:lnTo>
                  <a:lnTo>
                    <a:pt x="0" y="9239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458200" y="480694"/>
            <a:ext cx="717550" cy="7054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r>
              <a:rPr sz="24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18.93</a:t>
            </a:r>
            <a:endParaRPr sz="240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Avg</a:t>
            </a:r>
            <a:r>
              <a:rPr sz="1200" spc="-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Salary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315574" y="390524"/>
            <a:ext cx="1933575" cy="942975"/>
            <a:chOff x="10315574" y="390524"/>
            <a:chExt cx="1933575" cy="942975"/>
          </a:xfrm>
        </p:grpSpPr>
        <p:sp>
          <p:nvSpPr>
            <p:cNvPr id="34" name="object 34"/>
            <p:cNvSpPr/>
            <p:nvPr/>
          </p:nvSpPr>
          <p:spPr>
            <a:xfrm>
              <a:off x="10325099" y="400049"/>
              <a:ext cx="1914525" cy="923925"/>
            </a:xfrm>
            <a:custGeom>
              <a:avLst/>
              <a:gdLst/>
              <a:ahLst/>
              <a:cxnLst/>
              <a:rect l="l" t="t" r="r" b="b"/>
              <a:pathLst>
                <a:path w="1914525" h="923925">
                  <a:moveTo>
                    <a:pt x="1914524" y="923924"/>
                  </a:moveTo>
                  <a:lnTo>
                    <a:pt x="0" y="923924"/>
                  </a:lnTo>
                  <a:lnTo>
                    <a:pt x="0" y="0"/>
                  </a:lnTo>
                  <a:lnTo>
                    <a:pt x="1914524" y="0"/>
                  </a:lnTo>
                  <a:lnTo>
                    <a:pt x="1914524" y="923924"/>
                  </a:lnTo>
                  <a:close/>
                </a:path>
              </a:pathLst>
            </a:custGeom>
            <a:solidFill>
              <a:srgbClr val="93B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325099" y="400049"/>
              <a:ext cx="1914525" cy="923925"/>
            </a:xfrm>
            <a:custGeom>
              <a:avLst/>
              <a:gdLst/>
              <a:ahLst/>
              <a:cxnLst/>
              <a:rect l="l" t="t" r="r" b="b"/>
              <a:pathLst>
                <a:path w="1914525" h="923925">
                  <a:moveTo>
                    <a:pt x="0" y="0"/>
                  </a:moveTo>
                  <a:lnTo>
                    <a:pt x="1914524" y="0"/>
                  </a:lnTo>
                  <a:lnTo>
                    <a:pt x="1914524" y="923924"/>
                  </a:lnTo>
                  <a:lnTo>
                    <a:pt x="0" y="9239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0448924" y="480694"/>
            <a:ext cx="775970" cy="7054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r>
              <a:rPr sz="24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33.44</a:t>
            </a:r>
            <a:endParaRPr sz="240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Max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Salary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47650" y="1514474"/>
            <a:ext cx="1952625" cy="1409700"/>
          </a:xfrm>
          <a:custGeom>
            <a:avLst/>
            <a:gdLst/>
            <a:ahLst/>
            <a:cxnLst/>
            <a:rect l="l" t="t" r="r" b="b"/>
            <a:pathLst>
              <a:path w="1952625" h="1409700">
                <a:moveTo>
                  <a:pt x="1952624" y="1409699"/>
                </a:moveTo>
                <a:lnTo>
                  <a:pt x="0" y="1409699"/>
                </a:lnTo>
                <a:lnTo>
                  <a:pt x="0" y="0"/>
                </a:lnTo>
                <a:lnTo>
                  <a:pt x="1952624" y="0"/>
                </a:lnTo>
                <a:lnTo>
                  <a:pt x="1952624" y="1409699"/>
                </a:lnTo>
                <a:close/>
              </a:path>
            </a:pathLst>
          </a:custGeom>
          <a:solidFill>
            <a:srgbClr val="FFEC67">
              <a:alpha val="968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58774" y="1520825"/>
            <a:ext cx="455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252423"/>
                </a:solidFill>
                <a:latin typeface="Trebuchet MS"/>
                <a:cs typeface="Trebuchet MS"/>
              </a:rPr>
              <a:t>gender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7662" y="1785937"/>
            <a:ext cx="1752600" cy="247650"/>
          </a:xfrm>
          <a:prstGeom prst="rect">
            <a:avLst/>
          </a:prstGeom>
          <a:solidFill>
            <a:srgbClr val="FFEC67">
              <a:alpha val="96859"/>
            </a:srgbClr>
          </a:solidFill>
          <a:ln w="9524">
            <a:solidFill>
              <a:srgbClr val="E9E9E9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572895" algn="l"/>
              </a:tabLst>
            </a:pPr>
            <a:r>
              <a:rPr sz="1500" spc="-37" baseline="2777" dirty="0">
                <a:latin typeface="Segoe UI"/>
                <a:cs typeface="Segoe UI"/>
              </a:rPr>
              <a:t>All</a:t>
            </a:r>
            <a:r>
              <a:rPr sz="1500" baseline="2777" dirty="0">
                <a:latin typeface="Segoe UI"/>
                <a:cs typeface="Segoe UI"/>
              </a:rPr>
              <a:t>	</a:t>
            </a:r>
            <a:r>
              <a:rPr sz="1000" spc="280" dirty="0"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28600" y="2924174"/>
            <a:ext cx="1952625" cy="1571625"/>
          </a:xfrm>
          <a:custGeom>
            <a:avLst/>
            <a:gdLst/>
            <a:ahLst/>
            <a:cxnLst/>
            <a:rect l="l" t="t" r="r" b="b"/>
            <a:pathLst>
              <a:path w="1952625" h="1571625">
                <a:moveTo>
                  <a:pt x="1952624" y="1571624"/>
                </a:moveTo>
                <a:lnTo>
                  <a:pt x="0" y="1571624"/>
                </a:lnTo>
                <a:lnTo>
                  <a:pt x="0" y="0"/>
                </a:lnTo>
                <a:lnTo>
                  <a:pt x="1952624" y="0"/>
                </a:lnTo>
                <a:lnTo>
                  <a:pt x="1952624" y="1571624"/>
                </a:lnTo>
                <a:close/>
              </a:path>
            </a:pathLst>
          </a:custGeom>
          <a:solidFill>
            <a:srgbClr val="FFEC67">
              <a:alpha val="968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39724" y="2930525"/>
            <a:ext cx="445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solidFill>
                  <a:srgbClr val="252423"/>
                </a:solidFill>
                <a:latin typeface="Trebuchet MS"/>
                <a:cs typeface="Trebuchet MS"/>
              </a:rPr>
              <a:t>branch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8612" y="3195637"/>
            <a:ext cx="1752600" cy="247650"/>
          </a:xfrm>
          <a:prstGeom prst="rect">
            <a:avLst/>
          </a:prstGeom>
          <a:solidFill>
            <a:srgbClr val="FFEC67">
              <a:alpha val="96859"/>
            </a:srgbClr>
          </a:solidFill>
          <a:ln w="9524">
            <a:solidFill>
              <a:srgbClr val="E9E9E9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572895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28600" y="4495800"/>
            <a:ext cx="1962150" cy="1990725"/>
          </a:xfrm>
          <a:custGeom>
            <a:avLst/>
            <a:gdLst/>
            <a:ahLst/>
            <a:cxnLst/>
            <a:rect l="l" t="t" r="r" b="b"/>
            <a:pathLst>
              <a:path w="1962150" h="1990725">
                <a:moveTo>
                  <a:pt x="1962149" y="1990724"/>
                </a:moveTo>
                <a:lnTo>
                  <a:pt x="0" y="1990724"/>
                </a:lnTo>
                <a:lnTo>
                  <a:pt x="0" y="0"/>
                </a:lnTo>
                <a:lnTo>
                  <a:pt x="1962149" y="0"/>
                </a:lnTo>
                <a:lnTo>
                  <a:pt x="1962149" y="1990724"/>
                </a:lnTo>
                <a:close/>
              </a:path>
            </a:pathLst>
          </a:custGeom>
          <a:solidFill>
            <a:srgbClr val="FFEC67">
              <a:alpha val="968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39724" y="4502150"/>
            <a:ext cx="736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252423"/>
                </a:solidFill>
                <a:latin typeface="Trebuchet MS"/>
                <a:cs typeface="Trebuchet MS"/>
              </a:rPr>
              <a:t>work_mode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8612" y="4767262"/>
            <a:ext cx="1762125" cy="247650"/>
          </a:xfrm>
          <a:prstGeom prst="rect">
            <a:avLst/>
          </a:prstGeom>
          <a:solidFill>
            <a:srgbClr val="FFEC67">
              <a:alpha val="96859"/>
            </a:srgbClr>
          </a:solidFill>
          <a:ln w="9524">
            <a:solidFill>
              <a:srgbClr val="E9E9E9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582420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203703" y="1737359"/>
            <a:ext cx="9979025" cy="5282565"/>
            <a:chOff x="2203703" y="1737359"/>
            <a:chExt cx="9979025" cy="5282565"/>
          </a:xfrm>
        </p:grpSpPr>
        <p:sp>
          <p:nvSpPr>
            <p:cNvPr id="47" name="object 47"/>
            <p:cNvSpPr/>
            <p:nvPr/>
          </p:nvSpPr>
          <p:spPr>
            <a:xfrm>
              <a:off x="2276474" y="1828799"/>
              <a:ext cx="9906000" cy="5191125"/>
            </a:xfrm>
            <a:custGeom>
              <a:avLst/>
              <a:gdLst/>
              <a:ahLst/>
              <a:cxnLst/>
              <a:rect l="l" t="t" r="r" b="b"/>
              <a:pathLst>
                <a:path w="9906000" h="5191125">
                  <a:moveTo>
                    <a:pt x="9905999" y="5191124"/>
                  </a:moveTo>
                  <a:lnTo>
                    <a:pt x="0" y="5191124"/>
                  </a:lnTo>
                  <a:lnTo>
                    <a:pt x="0" y="0"/>
                  </a:lnTo>
                  <a:lnTo>
                    <a:pt x="9905999" y="0"/>
                  </a:lnTo>
                  <a:lnTo>
                    <a:pt x="9905999" y="5191124"/>
                  </a:lnTo>
                  <a:close/>
                </a:path>
              </a:pathLst>
            </a:custGeom>
            <a:solidFill>
              <a:srgbClr val="CAFFAE">
                <a:alpha val="968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203703" y="1737359"/>
              <a:ext cx="3014980" cy="2593975"/>
            </a:xfrm>
            <a:custGeom>
              <a:avLst/>
              <a:gdLst/>
              <a:ahLst/>
              <a:cxnLst/>
              <a:rect l="l" t="t" r="r" b="b"/>
              <a:pathLst>
                <a:path w="3014979" h="2593975">
                  <a:moveTo>
                    <a:pt x="3014471" y="2593847"/>
                  </a:moveTo>
                  <a:lnTo>
                    <a:pt x="0" y="2593847"/>
                  </a:lnTo>
                  <a:lnTo>
                    <a:pt x="0" y="0"/>
                  </a:lnTo>
                  <a:lnTo>
                    <a:pt x="3014471" y="0"/>
                  </a:lnTo>
                  <a:lnTo>
                    <a:pt x="3014471" y="91439"/>
                  </a:lnTo>
                  <a:lnTo>
                    <a:pt x="234695" y="91439"/>
                  </a:lnTo>
                  <a:lnTo>
                    <a:pt x="220621" y="92119"/>
                  </a:lnTo>
                  <a:lnTo>
                    <a:pt x="180019" y="102315"/>
                  </a:lnTo>
                  <a:lnTo>
                    <a:pt x="144100" y="123815"/>
                  </a:lnTo>
                  <a:lnTo>
                    <a:pt x="115877" y="154922"/>
                  </a:lnTo>
                  <a:lnTo>
                    <a:pt x="97938" y="192902"/>
                  </a:lnTo>
                  <a:lnTo>
                    <a:pt x="91820" y="234314"/>
                  </a:lnTo>
                  <a:lnTo>
                    <a:pt x="91820" y="2225039"/>
                  </a:lnTo>
                  <a:lnTo>
                    <a:pt x="97938" y="2266451"/>
                  </a:lnTo>
                  <a:lnTo>
                    <a:pt x="115877" y="2304431"/>
                  </a:lnTo>
                  <a:lnTo>
                    <a:pt x="144100" y="2335538"/>
                  </a:lnTo>
                  <a:lnTo>
                    <a:pt x="180019" y="2357038"/>
                  </a:lnTo>
                  <a:lnTo>
                    <a:pt x="220621" y="2367234"/>
                  </a:lnTo>
                  <a:lnTo>
                    <a:pt x="234695" y="2367914"/>
                  </a:lnTo>
                  <a:lnTo>
                    <a:pt x="3014471" y="2367914"/>
                  </a:lnTo>
                  <a:lnTo>
                    <a:pt x="3014471" y="2593847"/>
                  </a:lnTo>
                  <a:close/>
                </a:path>
                <a:path w="3014979" h="2593975">
                  <a:moveTo>
                    <a:pt x="3014471" y="2367914"/>
                  </a:moveTo>
                  <a:lnTo>
                    <a:pt x="2644520" y="2367914"/>
                  </a:lnTo>
                  <a:lnTo>
                    <a:pt x="2658595" y="2367234"/>
                  </a:lnTo>
                  <a:lnTo>
                    <a:pt x="2672399" y="2365195"/>
                  </a:lnTo>
                  <a:lnTo>
                    <a:pt x="2711939" y="2351024"/>
                  </a:lnTo>
                  <a:lnTo>
                    <a:pt x="2745548" y="2326067"/>
                  </a:lnTo>
                  <a:lnTo>
                    <a:pt x="2770505" y="2292458"/>
                  </a:lnTo>
                  <a:lnTo>
                    <a:pt x="2784676" y="2252918"/>
                  </a:lnTo>
                  <a:lnTo>
                    <a:pt x="2787395" y="2225039"/>
                  </a:lnTo>
                  <a:lnTo>
                    <a:pt x="2787395" y="234314"/>
                  </a:lnTo>
                  <a:lnTo>
                    <a:pt x="2781277" y="192902"/>
                  </a:lnTo>
                  <a:lnTo>
                    <a:pt x="2763338" y="154922"/>
                  </a:lnTo>
                  <a:lnTo>
                    <a:pt x="2735115" y="123815"/>
                  </a:lnTo>
                  <a:lnTo>
                    <a:pt x="2699196" y="102315"/>
                  </a:lnTo>
                  <a:lnTo>
                    <a:pt x="2658595" y="92119"/>
                  </a:lnTo>
                  <a:lnTo>
                    <a:pt x="2644520" y="91439"/>
                  </a:lnTo>
                  <a:lnTo>
                    <a:pt x="3014471" y="91439"/>
                  </a:lnTo>
                  <a:lnTo>
                    <a:pt x="3014471" y="2367914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305049" y="1838324"/>
              <a:ext cx="2676525" cy="2257425"/>
            </a:xfrm>
            <a:custGeom>
              <a:avLst/>
              <a:gdLst/>
              <a:ahLst/>
              <a:cxnLst/>
              <a:rect l="l" t="t" r="r" b="b"/>
              <a:pathLst>
                <a:path w="2676525" h="2257425">
                  <a:moveTo>
                    <a:pt x="2543174" y="2257424"/>
                  </a:moveTo>
                  <a:lnTo>
                    <a:pt x="133349" y="2257424"/>
                  </a:lnTo>
                  <a:lnTo>
                    <a:pt x="126798" y="2257264"/>
                  </a:lnTo>
                  <a:lnTo>
                    <a:pt x="88432" y="2249632"/>
                  </a:lnTo>
                  <a:lnTo>
                    <a:pt x="53906" y="2231178"/>
                  </a:lnTo>
                  <a:lnTo>
                    <a:pt x="26246" y="2203517"/>
                  </a:lnTo>
                  <a:lnTo>
                    <a:pt x="7791" y="2168991"/>
                  </a:lnTo>
                  <a:lnTo>
                    <a:pt x="160" y="2130625"/>
                  </a:lnTo>
                  <a:lnTo>
                    <a:pt x="0" y="2124074"/>
                  </a:lnTo>
                  <a:lnTo>
                    <a:pt x="0" y="133349"/>
                  </a:lnTo>
                  <a:lnTo>
                    <a:pt x="5740" y="94640"/>
                  </a:lnTo>
                  <a:lnTo>
                    <a:pt x="22473" y="59264"/>
                  </a:lnTo>
                  <a:lnTo>
                    <a:pt x="48752" y="30267"/>
                  </a:lnTo>
                  <a:lnTo>
                    <a:pt x="82319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2543174" y="0"/>
                  </a:lnTo>
                  <a:lnTo>
                    <a:pt x="2581884" y="5740"/>
                  </a:lnTo>
                  <a:lnTo>
                    <a:pt x="2617260" y="22473"/>
                  </a:lnTo>
                  <a:lnTo>
                    <a:pt x="2646256" y="48752"/>
                  </a:lnTo>
                  <a:lnTo>
                    <a:pt x="2666373" y="82319"/>
                  </a:lnTo>
                  <a:lnTo>
                    <a:pt x="2675884" y="120279"/>
                  </a:lnTo>
                  <a:lnTo>
                    <a:pt x="2676524" y="133349"/>
                  </a:lnTo>
                  <a:lnTo>
                    <a:pt x="2676524" y="2124074"/>
                  </a:lnTo>
                  <a:lnTo>
                    <a:pt x="2670784" y="2162784"/>
                  </a:lnTo>
                  <a:lnTo>
                    <a:pt x="2654050" y="2198159"/>
                  </a:lnTo>
                  <a:lnTo>
                    <a:pt x="2627771" y="2227156"/>
                  </a:lnTo>
                  <a:lnTo>
                    <a:pt x="2594205" y="2247274"/>
                  </a:lnTo>
                  <a:lnTo>
                    <a:pt x="2556245" y="2256784"/>
                  </a:lnTo>
                  <a:lnTo>
                    <a:pt x="2543174" y="2257424"/>
                  </a:lnTo>
                  <a:close/>
                </a:path>
              </a:pathLst>
            </a:custGeom>
            <a:solidFill>
              <a:srgbClr val="FFFFFF">
                <a:alpha val="968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305049" y="1838324"/>
              <a:ext cx="2676525" cy="2257425"/>
            </a:xfrm>
            <a:custGeom>
              <a:avLst/>
              <a:gdLst/>
              <a:ahLst/>
              <a:cxnLst/>
              <a:rect l="l" t="t" r="r" b="b"/>
              <a:pathLst>
                <a:path w="2676525" h="2257425">
                  <a:moveTo>
                    <a:pt x="0" y="2124074"/>
                  </a:move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2543174" y="0"/>
                  </a:lnTo>
                  <a:lnTo>
                    <a:pt x="2581884" y="5740"/>
                  </a:lnTo>
                  <a:lnTo>
                    <a:pt x="2617260" y="22473"/>
                  </a:lnTo>
                  <a:lnTo>
                    <a:pt x="2646256" y="48752"/>
                  </a:lnTo>
                  <a:lnTo>
                    <a:pt x="2666373" y="82319"/>
                  </a:lnTo>
                  <a:lnTo>
                    <a:pt x="2675884" y="120279"/>
                  </a:lnTo>
                  <a:lnTo>
                    <a:pt x="2676524" y="133349"/>
                  </a:lnTo>
                  <a:lnTo>
                    <a:pt x="2676524" y="2124074"/>
                  </a:lnTo>
                  <a:lnTo>
                    <a:pt x="2670784" y="2162784"/>
                  </a:lnTo>
                  <a:lnTo>
                    <a:pt x="2654050" y="2198159"/>
                  </a:lnTo>
                  <a:lnTo>
                    <a:pt x="2627771" y="2227156"/>
                  </a:lnTo>
                  <a:lnTo>
                    <a:pt x="2594205" y="2247274"/>
                  </a:lnTo>
                  <a:lnTo>
                    <a:pt x="2556245" y="2256784"/>
                  </a:lnTo>
                  <a:lnTo>
                    <a:pt x="2543174" y="2257424"/>
                  </a:lnTo>
                  <a:lnTo>
                    <a:pt x="133349" y="2257424"/>
                  </a:lnTo>
                  <a:lnTo>
                    <a:pt x="94640" y="2251683"/>
                  </a:lnTo>
                  <a:lnTo>
                    <a:pt x="59264" y="2234951"/>
                  </a:lnTo>
                  <a:lnTo>
                    <a:pt x="30267" y="2208671"/>
                  </a:lnTo>
                  <a:lnTo>
                    <a:pt x="10150" y="2175105"/>
                  </a:lnTo>
                  <a:lnTo>
                    <a:pt x="640" y="2137145"/>
                  </a:lnTo>
                  <a:lnTo>
                    <a:pt x="0" y="2124074"/>
                  </a:lnTo>
                  <a:close/>
                </a:path>
              </a:pathLst>
            </a:custGeom>
            <a:ln w="19049">
              <a:solidFill>
                <a:srgbClr val="2524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397124" y="1857438"/>
            <a:ext cx="1527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0" dirty="0">
                <a:solidFill>
                  <a:srgbClr val="252423"/>
                </a:solidFill>
                <a:latin typeface="Trebuchet MS"/>
                <a:cs typeface="Trebuchet MS"/>
              </a:rPr>
              <a:t>Avg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252423"/>
                </a:solidFill>
                <a:latin typeface="Trebuchet MS"/>
                <a:cs typeface="Trebuchet MS"/>
              </a:rPr>
              <a:t>Salary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by </a:t>
            </a:r>
            <a:r>
              <a:rPr sz="1400" spc="-60" dirty="0">
                <a:solidFill>
                  <a:srgbClr val="252423"/>
                </a:solidFill>
                <a:latin typeface="Trebuchet MS"/>
                <a:cs typeface="Trebuchet MS"/>
              </a:rPr>
              <a:t>branch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293744" y="2233612"/>
            <a:ext cx="9525" cy="1438275"/>
          </a:xfrm>
          <a:custGeom>
            <a:avLst/>
            <a:gdLst/>
            <a:ahLst/>
            <a:cxnLst/>
            <a:rect l="l" t="t" r="r" b="b"/>
            <a:pathLst>
              <a:path w="9525" h="1438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14382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14382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14382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14382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14382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14382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14382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14382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14382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4382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4382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4382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4382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4382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4382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4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4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4382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4382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4382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4382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4382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4382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4382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4382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4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4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4382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4382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4382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699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699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4382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4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4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4382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4382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4382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254999" y="3683000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051922" y="2233624"/>
            <a:ext cx="767715" cy="1438275"/>
          </a:xfrm>
          <a:custGeom>
            <a:avLst/>
            <a:gdLst/>
            <a:ahLst/>
            <a:cxnLst/>
            <a:rect l="l" t="t" r="r" b="b"/>
            <a:pathLst>
              <a:path w="767714" h="1438275">
                <a:moveTo>
                  <a:pt x="9525" y="1432191"/>
                </a:moveTo>
                <a:lnTo>
                  <a:pt x="9067" y="1431074"/>
                </a:lnTo>
                <a:lnTo>
                  <a:pt x="7200" y="1429207"/>
                </a:lnTo>
                <a:lnTo>
                  <a:pt x="6083" y="1428737"/>
                </a:lnTo>
                <a:lnTo>
                  <a:pt x="3454" y="1428737"/>
                </a:lnTo>
                <a:lnTo>
                  <a:pt x="2336" y="1429207"/>
                </a:lnTo>
                <a:lnTo>
                  <a:pt x="469" y="1431074"/>
                </a:lnTo>
                <a:lnTo>
                  <a:pt x="0" y="1432191"/>
                </a:lnTo>
                <a:lnTo>
                  <a:pt x="0" y="1434820"/>
                </a:lnTo>
                <a:lnTo>
                  <a:pt x="469" y="1435938"/>
                </a:lnTo>
                <a:lnTo>
                  <a:pt x="2336" y="1437805"/>
                </a:lnTo>
                <a:lnTo>
                  <a:pt x="3454" y="1438262"/>
                </a:lnTo>
                <a:lnTo>
                  <a:pt x="6083" y="1438262"/>
                </a:lnTo>
                <a:lnTo>
                  <a:pt x="7200" y="1437805"/>
                </a:lnTo>
                <a:lnTo>
                  <a:pt x="9067" y="1435938"/>
                </a:lnTo>
                <a:lnTo>
                  <a:pt x="9525" y="1434820"/>
                </a:lnTo>
                <a:lnTo>
                  <a:pt x="9525" y="1432191"/>
                </a:lnTo>
                <a:close/>
              </a:path>
              <a:path w="767714" h="1438275">
                <a:moveTo>
                  <a:pt x="9525" y="1384566"/>
                </a:moveTo>
                <a:lnTo>
                  <a:pt x="9067" y="1383449"/>
                </a:lnTo>
                <a:lnTo>
                  <a:pt x="7200" y="1381582"/>
                </a:lnTo>
                <a:lnTo>
                  <a:pt x="6083" y="1381112"/>
                </a:lnTo>
                <a:lnTo>
                  <a:pt x="3454" y="1381112"/>
                </a:lnTo>
                <a:lnTo>
                  <a:pt x="2336" y="1381582"/>
                </a:lnTo>
                <a:lnTo>
                  <a:pt x="469" y="1383449"/>
                </a:lnTo>
                <a:lnTo>
                  <a:pt x="0" y="1384566"/>
                </a:lnTo>
                <a:lnTo>
                  <a:pt x="0" y="1387195"/>
                </a:lnTo>
                <a:lnTo>
                  <a:pt x="469" y="1388313"/>
                </a:lnTo>
                <a:lnTo>
                  <a:pt x="2336" y="1390180"/>
                </a:lnTo>
                <a:lnTo>
                  <a:pt x="3454" y="1390637"/>
                </a:lnTo>
                <a:lnTo>
                  <a:pt x="6083" y="1390637"/>
                </a:lnTo>
                <a:lnTo>
                  <a:pt x="7200" y="1390180"/>
                </a:lnTo>
                <a:lnTo>
                  <a:pt x="9067" y="1388313"/>
                </a:lnTo>
                <a:lnTo>
                  <a:pt x="9525" y="1387195"/>
                </a:lnTo>
                <a:lnTo>
                  <a:pt x="9525" y="1384566"/>
                </a:lnTo>
                <a:close/>
              </a:path>
              <a:path w="767714" h="1438275">
                <a:moveTo>
                  <a:pt x="9525" y="1336941"/>
                </a:moveTo>
                <a:lnTo>
                  <a:pt x="9067" y="1335824"/>
                </a:lnTo>
                <a:lnTo>
                  <a:pt x="7200" y="1333957"/>
                </a:lnTo>
                <a:lnTo>
                  <a:pt x="6083" y="1333487"/>
                </a:lnTo>
                <a:lnTo>
                  <a:pt x="3454" y="1333487"/>
                </a:lnTo>
                <a:lnTo>
                  <a:pt x="2336" y="1333957"/>
                </a:lnTo>
                <a:lnTo>
                  <a:pt x="469" y="1335824"/>
                </a:lnTo>
                <a:lnTo>
                  <a:pt x="0" y="1336941"/>
                </a:lnTo>
                <a:lnTo>
                  <a:pt x="0" y="1339570"/>
                </a:lnTo>
                <a:lnTo>
                  <a:pt x="469" y="1340688"/>
                </a:lnTo>
                <a:lnTo>
                  <a:pt x="2336" y="1342555"/>
                </a:lnTo>
                <a:lnTo>
                  <a:pt x="3454" y="1343012"/>
                </a:lnTo>
                <a:lnTo>
                  <a:pt x="6083" y="1343012"/>
                </a:lnTo>
                <a:lnTo>
                  <a:pt x="7200" y="1342555"/>
                </a:lnTo>
                <a:lnTo>
                  <a:pt x="9067" y="1340688"/>
                </a:lnTo>
                <a:lnTo>
                  <a:pt x="9525" y="1339570"/>
                </a:lnTo>
                <a:lnTo>
                  <a:pt x="9525" y="1336941"/>
                </a:lnTo>
                <a:close/>
              </a:path>
              <a:path w="767714" h="1438275">
                <a:moveTo>
                  <a:pt x="9525" y="1289316"/>
                </a:moveTo>
                <a:lnTo>
                  <a:pt x="9067" y="1288199"/>
                </a:lnTo>
                <a:lnTo>
                  <a:pt x="7200" y="1286332"/>
                </a:lnTo>
                <a:lnTo>
                  <a:pt x="6083" y="1285862"/>
                </a:lnTo>
                <a:lnTo>
                  <a:pt x="3454" y="1285862"/>
                </a:lnTo>
                <a:lnTo>
                  <a:pt x="2336" y="1286332"/>
                </a:lnTo>
                <a:lnTo>
                  <a:pt x="469" y="1288199"/>
                </a:lnTo>
                <a:lnTo>
                  <a:pt x="0" y="1289316"/>
                </a:lnTo>
                <a:lnTo>
                  <a:pt x="0" y="1291945"/>
                </a:lnTo>
                <a:lnTo>
                  <a:pt x="469" y="1293063"/>
                </a:lnTo>
                <a:lnTo>
                  <a:pt x="2336" y="1294930"/>
                </a:lnTo>
                <a:lnTo>
                  <a:pt x="3454" y="1295387"/>
                </a:lnTo>
                <a:lnTo>
                  <a:pt x="6083" y="1295387"/>
                </a:lnTo>
                <a:lnTo>
                  <a:pt x="7200" y="1294930"/>
                </a:lnTo>
                <a:lnTo>
                  <a:pt x="9067" y="1293063"/>
                </a:lnTo>
                <a:lnTo>
                  <a:pt x="9525" y="1291945"/>
                </a:lnTo>
                <a:lnTo>
                  <a:pt x="9525" y="1289316"/>
                </a:lnTo>
                <a:close/>
              </a:path>
              <a:path w="767714" h="1438275">
                <a:moveTo>
                  <a:pt x="9525" y="1241691"/>
                </a:moveTo>
                <a:lnTo>
                  <a:pt x="9067" y="1240574"/>
                </a:lnTo>
                <a:lnTo>
                  <a:pt x="7200" y="1238707"/>
                </a:lnTo>
                <a:lnTo>
                  <a:pt x="6083" y="1238237"/>
                </a:lnTo>
                <a:lnTo>
                  <a:pt x="3454" y="1238237"/>
                </a:lnTo>
                <a:lnTo>
                  <a:pt x="2336" y="1238707"/>
                </a:lnTo>
                <a:lnTo>
                  <a:pt x="469" y="1240574"/>
                </a:lnTo>
                <a:lnTo>
                  <a:pt x="0" y="1241691"/>
                </a:lnTo>
                <a:lnTo>
                  <a:pt x="0" y="1244320"/>
                </a:lnTo>
                <a:lnTo>
                  <a:pt x="469" y="1245438"/>
                </a:lnTo>
                <a:lnTo>
                  <a:pt x="2336" y="1247305"/>
                </a:lnTo>
                <a:lnTo>
                  <a:pt x="3454" y="1247762"/>
                </a:lnTo>
                <a:lnTo>
                  <a:pt x="6083" y="1247762"/>
                </a:lnTo>
                <a:lnTo>
                  <a:pt x="7200" y="1247305"/>
                </a:lnTo>
                <a:lnTo>
                  <a:pt x="9067" y="1245438"/>
                </a:lnTo>
                <a:lnTo>
                  <a:pt x="9525" y="1244320"/>
                </a:lnTo>
                <a:lnTo>
                  <a:pt x="9525" y="1241691"/>
                </a:lnTo>
                <a:close/>
              </a:path>
              <a:path w="767714" h="1438275">
                <a:moveTo>
                  <a:pt x="9525" y="1194066"/>
                </a:moveTo>
                <a:lnTo>
                  <a:pt x="9067" y="1192949"/>
                </a:lnTo>
                <a:lnTo>
                  <a:pt x="7200" y="1191082"/>
                </a:lnTo>
                <a:lnTo>
                  <a:pt x="6083" y="1190612"/>
                </a:lnTo>
                <a:lnTo>
                  <a:pt x="3454" y="1190612"/>
                </a:lnTo>
                <a:lnTo>
                  <a:pt x="2336" y="1191082"/>
                </a:lnTo>
                <a:lnTo>
                  <a:pt x="469" y="1192949"/>
                </a:lnTo>
                <a:lnTo>
                  <a:pt x="0" y="1194066"/>
                </a:lnTo>
                <a:lnTo>
                  <a:pt x="0" y="1196695"/>
                </a:lnTo>
                <a:lnTo>
                  <a:pt x="469" y="1197813"/>
                </a:lnTo>
                <a:lnTo>
                  <a:pt x="2336" y="1199680"/>
                </a:lnTo>
                <a:lnTo>
                  <a:pt x="3454" y="1200137"/>
                </a:lnTo>
                <a:lnTo>
                  <a:pt x="6083" y="1200137"/>
                </a:lnTo>
                <a:lnTo>
                  <a:pt x="7200" y="1199680"/>
                </a:lnTo>
                <a:lnTo>
                  <a:pt x="9067" y="1197813"/>
                </a:lnTo>
                <a:lnTo>
                  <a:pt x="9525" y="1196695"/>
                </a:lnTo>
                <a:lnTo>
                  <a:pt x="9525" y="1194066"/>
                </a:lnTo>
                <a:close/>
              </a:path>
              <a:path w="767714" h="1438275">
                <a:moveTo>
                  <a:pt x="9525" y="1146441"/>
                </a:moveTo>
                <a:lnTo>
                  <a:pt x="9067" y="1145324"/>
                </a:lnTo>
                <a:lnTo>
                  <a:pt x="7200" y="1143457"/>
                </a:lnTo>
                <a:lnTo>
                  <a:pt x="6083" y="1142987"/>
                </a:lnTo>
                <a:lnTo>
                  <a:pt x="3454" y="1142987"/>
                </a:lnTo>
                <a:lnTo>
                  <a:pt x="2336" y="1143457"/>
                </a:lnTo>
                <a:lnTo>
                  <a:pt x="469" y="1145324"/>
                </a:lnTo>
                <a:lnTo>
                  <a:pt x="0" y="1146441"/>
                </a:lnTo>
                <a:lnTo>
                  <a:pt x="0" y="1149070"/>
                </a:lnTo>
                <a:lnTo>
                  <a:pt x="469" y="1150188"/>
                </a:lnTo>
                <a:lnTo>
                  <a:pt x="2336" y="1152055"/>
                </a:lnTo>
                <a:lnTo>
                  <a:pt x="3454" y="1152512"/>
                </a:lnTo>
                <a:lnTo>
                  <a:pt x="6083" y="1152512"/>
                </a:lnTo>
                <a:lnTo>
                  <a:pt x="7200" y="1152055"/>
                </a:lnTo>
                <a:lnTo>
                  <a:pt x="9067" y="1150188"/>
                </a:lnTo>
                <a:lnTo>
                  <a:pt x="9525" y="1149070"/>
                </a:lnTo>
                <a:lnTo>
                  <a:pt x="9525" y="1146441"/>
                </a:lnTo>
                <a:close/>
              </a:path>
              <a:path w="767714" h="1438275">
                <a:moveTo>
                  <a:pt x="9525" y="1098816"/>
                </a:moveTo>
                <a:lnTo>
                  <a:pt x="9067" y="1097699"/>
                </a:lnTo>
                <a:lnTo>
                  <a:pt x="7200" y="1095832"/>
                </a:lnTo>
                <a:lnTo>
                  <a:pt x="6083" y="1095362"/>
                </a:lnTo>
                <a:lnTo>
                  <a:pt x="3454" y="1095362"/>
                </a:lnTo>
                <a:lnTo>
                  <a:pt x="2336" y="1095832"/>
                </a:lnTo>
                <a:lnTo>
                  <a:pt x="469" y="1097699"/>
                </a:lnTo>
                <a:lnTo>
                  <a:pt x="0" y="1098816"/>
                </a:lnTo>
                <a:lnTo>
                  <a:pt x="0" y="1101445"/>
                </a:lnTo>
                <a:lnTo>
                  <a:pt x="469" y="1102563"/>
                </a:lnTo>
                <a:lnTo>
                  <a:pt x="2336" y="1104430"/>
                </a:lnTo>
                <a:lnTo>
                  <a:pt x="3454" y="1104887"/>
                </a:lnTo>
                <a:lnTo>
                  <a:pt x="6083" y="1104887"/>
                </a:lnTo>
                <a:lnTo>
                  <a:pt x="7200" y="1104430"/>
                </a:lnTo>
                <a:lnTo>
                  <a:pt x="9067" y="1102563"/>
                </a:lnTo>
                <a:lnTo>
                  <a:pt x="9525" y="1101445"/>
                </a:lnTo>
                <a:lnTo>
                  <a:pt x="9525" y="1098816"/>
                </a:lnTo>
                <a:close/>
              </a:path>
              <a:path w="767714" h="1438275">
                <a:moveTo>
                  <a:pt x="9525" y="1051191"/>
                </a:moveTo>
                <a:lnTo>
                  <a:pt x="9067" y="1050074"/>
                </a:lnTo>
                <a:lnTo>
                  <a:pt x="7200" y="1048207"/>
                </a:lnTo>
                <a:lnTo>
                  <a:pt x="6083" y="1047737"/>
                </a:lnTo>
                <a:lnTo>
                  <a:pt x="3454" y="1047737"/>
                </a:lnTo>
                <a:lnTo>
                  <a:pt x="2336" y="1048207"/>
                </a:lnTo>
                <a:lnTo>
                  <a:pt x="469" y="1050074"/>
                </a:lnTo>
                <a:lnTo>
                  <a:pt x="0" y="1051191"/>
                </a:lnTo>
                <a:lnTo>
                  <a:pt x="0" y="1053820"/>
                </a:lnTo>
                <a:lnTo>
                  <a:pt x="469" y="1054938"/>
                </a:lnTo>
                <a:lnTo>
                  <a:pt x="2336" y="1056805"/>
                </a:lnTo>
                <a:lnTo>
                  <a:pt x="3454" y="1057262"/>
                </a:lnTo>
                <a:lnTo>
                  <a:pt x="6083" y="1057262"/>
                </a:lnTo>
                <a:lnTo>
                  <a:pt x="7200" y="1056805"/>
                </a:lnTo>
                <a:lnTo>
                  <a:pt x="9067" y="1054938"/>
                </a:lnTo>
                <a:lnTo>
                  <a:pt x="9525" y="1053820"/>
                </a:lnTo>
                <a:lnTo>
                  <a:pt x="9525" y="1051191"/>
                </a:lnTo>
                <a:close/>
              </a:path>
              <a:path w="767714" h="1438275">
                <a:moveTo>
                  <a:pt x="9525" y="1003566"/>
                </a:moveTo>
                <a:lnTo>
                  <a:pt x="9067" y="1002449"/>
                </a:lnTo>
                <a:lnTo>
                  <a:pt x="7200" y="1000582"/>
                </a:lnTo>
                <a:lnTo>
                  <a:pt x="6083" y="1000112"/>
                </a:lnTo>
                <a:lnTo>
                  <a:pt x="3454" y="1000112"/>
                </a:lnTo>
                <a:lnTo>
                  <a:pt x="2336" y="1000582"/>
                </a:lnTo>
                <a:lnTo>
                  <a:pt x="469" y="1002449"/>
                </a:lnTo>
                <a:lnTo>
                  <a:pt x="0" y="1003566"/>
                </a:lnTo>
                <a:lnTo>
                  <a:pt x="0" y="1006195"/>
                </a:lnTo>
                <a:lnTo>
                  <a:pt x="469" y="1007313"/>
                </a:lnTo>
                <a:lnTo>
                  <a:pt x="2336" y="1009180"/>
                </a:lnTo>
                <a:lnTo>
                  <a:pt x="3454" y="1009637"/>
                </a:lnTo>
                <a:lnTo>
                  <a:pt x="6083" y="1009637"/>
                </a:lnTo>
                <a:lnTo>
                  <a:pt x="7200" y="1009180"/>
                </a:lnTo>
                <a:lnTo>
                  <a:pt x="9067" y="1007313"/>
                </a:lnTo>
                <a:lnTo>
                  <a:pt x="9525" y="1006195"/>
                </a:lnTo>
                <a:lnTo>
                  <a:pt x="9525" y="1003566"/>
                </a:lnTo>
                <a:close/>
              </a:path>
              <a:path w="767714" h="1438275">
                <a:moveTo>
                  <a:pt x="9525" y="955941"/>
                </a:moveTo>
                <a:lnTo>
                  <a:pt x="9067" y="954824"/>
                </a:lnTo>
                <a:lnTo>
                  <a:pt x="7200" y="952957"/>
                </a:lnTo>
                <a:lnTo>
                  <a:pt x="6083" y="952487"/>
                </a:lnTo>
                <a:lnTo>
                  <a:pt x="3454" y="952487"/>
                </a:lnTo>
                <a:lnTo>
                  <a:pt x="2336" y="952957"/>
                </a:lnTo>
                <a:lnTo>
                  <a:pt x="469" y="954824"/>
                </a:lnTo>
                <a:lnTo>
                  <a:pt x="0" y="955941"/>
                </a:lnTo>
                <a:lnTo>
                  <a:pt x="0" y="958570"/>
                </a:lnTo>
                <a:lnTo>
                  <a:pt x="469" y="959688"/>
                </a:lnTo>
                <a:lnTo>
                  <a:pt x="2336" y="961555"/>
                </a:lnTo>
                <a:lnTo>
                  <a:pt x="3454" y="962012"/>
                </a:lnTo>
                <a:lnTo>
                  <a:pt x="6083" y="962012"/>
                </a:lnTo>
                <a:lnTo>
                  <a:pt x="7200" y="961555"/>
                </a:lnTo>
                <a:lnTo>
                  <a:pt x="9067" y="959688"/>
                </a:lnTo>
                <a:lnTo>
                  <a:pt x="9525" y="958570"/>
                </a:lnTo>
                <a:lnTo>
                  <a:pt x="9525" y="955941"/>
                </a:lnTo>
                <a:close/>
              </a:path>
              <a:path w="767714" h="1438275">
                <a:moveTo>
                  <a:pt x="9525" y="908316"/>
                </a:moveTo>
                <a:lnTo>
                  <a:pt x="9067" y="907199"/>
                </a:lnTo>
                <a:lnTo>
                  <a:pt x="7200" y="905332"/>
                </a:lnTo>
                <a:lnTo>
                  <a:pt x="6083" y="904862"/>
                </a:lnTo>
                <a:lnTo>
                  <a:pt x="3454" y="904862"/>
                </a:lnTo>
                <a:lnTo>
                  <a:pt x="2336" y="905332"/>
                </a:lnTo>
                <a:lnTo>
                  <a:pt x="469" y="907199"/>
                </a:lnTo>
                <a:lnTo>
                  <a:pt x="0" y="908316"/>
                </a:lnTo>
                <a:lnTo>
                  <a:pt x="0" y="910945"/>
                </a:lnTo>
                <a:lnTo>
                  <a:pt x="469" y="912063"/>
                </a:lnTo>
                <a:lnTo>
                  <a:pt x="2336" y="913930"/>
                </a:lnTo>
                <a:lnTo>
                  <a:pt x="3454" y="914387"/>
                </a:lnTo>
                <a:lnTo>
                  <a:pt x="6083" y="914387"/>
                </a:lnTo>
                <a:lnTo>
                  <a:pt x="7200" y="913930"/>
                </a:lnTo>
                <a:lnTo>
                  <a:pt x="9067" y="912063"/>
                </a:lnTo>
                <a:lnTo>
                  <a:pt x="9525" y="910945"/>
                </a:lnTo>
                <a:lnTo>
                  <a:pt x="9525" y="908316"/>
                </a:lnTo>
                <a:close/>
              </a:path>
              <a:path w="767714" h="1438275">
                <a:moveTo>
                  <a:pt x="9525" y="860691"/>
                </a:moveTo>
                <a:lnTo>
                  <a:pt x="9067" y="859574"/>
                </a:lnTo>
                <a:lnTo>
                  <a:pt x="7200" y="857707"/>
                </a:lnTo>
                <a:lnTo>
                  <a:pt x="6083" y="857237"/>
                </a:lnTo>
                <a:lnTo>
                  <a:pt x="3454" y="857237"/>
                </a:lnTo>
                <a:lnTo>
                  <a:pt x="2336" y="857707"/>
                </a:lnTo>
                <a:lnTo>
                  <a:pt x="469" y="859574"/>
                </a:lnTo>
                <a:lnTo>
                  <a:pt x="0" y="860691"/>
                </a:lnTo>
                <a:lnTo>
                  <a:pt x="0" y="863320"/>
                </a:lnTo>
                <a:lnTo>
                  <a:pt x="469" y="864438"/>
                </a:lnTo>
                <a:lnTo>
                  <a:pt x="2336" y="866305"/>
                </a:lnTo>
                <a:lnTo>
                  <a:pt x="3454" y="866762"/>
                </a:lnTo>
                <a:lnTo>
                  <a:pt x="6083" y="866762"/>
                </a:lnTo>
                <a:lnTo>
                  <a:pt x="7200" y="866305"/>
                </a:lnTo>
                <a:lnTo>
                  <a:pt x="9067" y="864438"/>
                </a:lnTo>
                <a:lnTo>
                  <a:pt x="9525" y="863320"/>
                </a:lnTo>
                <a:lnTo>
                  <a:pt x="9525" y="860691"/>
                </a:lnTo>
                <a:close/>
              </a:path>
              <a:path w="767714" h="1438275">
                <a:moveTo>
                  <a:pt x="9525" y="813066"/>
                </a:moveTo>
                <a:lnTo>
                  <a:pt x="9067" y="811949"/>
                </a:lnTo>
                <a:lnTo>
                  <a:pt x="7200" y="810082"/>
                </a:lnTo>
                <a:lnTo>
                  <a:pt x="6083" y="809612"/>
                </a:lnTo>
                <a:lnTo>
                  <a:pt x="3454" y="809612"/>
                </a:lnTo>
                <a:lnTo>
                  <a:pt x="2336" y="810082"/>
                </a:lnTo>
                <a:lnTo>
                  <a:pt x="469" y="811949"/>
                </a:lnTo>
                <a:lnTo>
                  <a:pt x="0" y="813066"/>
                </a:lnTo>
                <a:lnTo>
                  <a:pt x="0" y="815695"/>
                </a:lnTo>
                <a:lnTo>
                  <a:pt x="469" y="816813"/>
                </a:lnTo>
                <a:lnTo>
                  <a:pt x="2336" y="818680"/>
                </a:lnTo>
                <a:lnTo>
                  <a:pt x="3454" y="819137"/>
                </a:lnTo>
                <a:lnTo>
                  <a:pt x="6083" y="819137"/>
                </a:lnTo>
                <a:lnTo>
                  <a:pt x="7200" y="818680"/>
                </a:lnTo>
                <a:lnTo>
                  <a:pt x="9067" y="816813"/>
                </a:lnTo>
                <a:lnTo>
                  <a:pt x="9525" y="815695"/>
                </a:lnTo>
                <a:lnTo>
                  <a:pt x="9525" y="813066"/>
                </a:lnTo>
                <a:close/>
              </a:path>
              <a:path w="767714" h="1438275">
                <a:moveTo>
                  <a:pt x="9525" y="765441"/>
                </a:moveTo>
                <a:lnTo>
                  <a:pt x="9067" y="764324"/>
                </a:lnTo>
                <a:lnTo>
                  <a:pt x="7200" y="762457"/>
                </a:lnTo>
                <a:lnTo>
                  <a:pt x="6083" y="761987"/>
                </a:lnTo>
                <a:lnTo>
                  <a:pt x="3454" y="761987"/>
                </a:lnTo>
                <a:lnTo>
                  <a:pt x="2336" y="762457"/>
                </a:lnTo>
                <a:lnTo>
                  <a:pt x="469" y="764324"/>
                </a:lnTo>
                <a:lnTo>
                  <a:pt x="0" y="765441"/>
                </a:lnTo>
                <a:lnTo>
                  <a:pt x="0" y="768070"/>
                </a:lnTo>
                <a:lnTo>
                  <a:pt x="469" y="769188"/>
                </a:lnTo>
                <a:lnTo>
                  <a:pt x="2336" y="771055"/>
                </a:lnTo>
                <a:lnTo>
                  <a:pt x="3454" y="771512"/>
                </a:lnTo>
                <a:lnTo>
                  <a:pt x="6083" y="771512"/>
                </a:lnTo>
                <a:lnTo>
                  <a:pt x="7200" y="771055"/>
                </a:lnTo>
                <a:lnTo>
                  <a:pt x="9067" y="769188"/>
                </a:lnTo>
                <a:lnTo>
                  <a:pt x="9525" y="768070"/>
                </a:lnTo>
                <a:lnTo>
                  <a:pt x="9525" y="765441"/>
                </a:lnTo>
                <a:close/>
              </a:path>
              <a:path w="767714" h="1438275">
                <a:moveTo>
                  <a:pt x="9525" y="717816"/>
                </a:moveTo>
                <a:lnTo>
                  <a:pt x="9067" y="716699"/>
                </a:lnTo>
                <a:lnTo>
                  <a:pt x="7200" y="714832"/>
                </a:lnTo>
                <a:lnTo>
                  <a:pt x="6083" y="714362"/>
                </a:lnTo>
                <a:lnTo>
                  <a:pt x="3454" y="714362"/>
                </a:lnTo>
                <a:lnTo>
                  <a:pt x="2336" y="714832"/>
                </a:lnTo>
                <a:lnTo>
                  <a:pt x="469" y="716699"/>
                </a:lnTo>
                <a:lnTo>
                  <a:pt x="0" y="717816"/>
                </a:lnTo>
                <a:lnTo>
                  <a:pt x="0" y="720445"/>
                </a:lnTo>
                <a:lnTo>
                  <a:pt x="469" y="721563"/>
                </a:lnTo>
                <a:lnTo>
                  <a:pt x="2336" y="723430"/>
                </a:lnTo>
                <a:lnTo>
                  <a:pt x="3454" y="723887"/>
                </a:lnTo>
                <a:lnTo>
                  <a:pt x="6083" y="723887"/>
                </a:lnTo>
                <a:lnTo>
                  <a:pt x="7200" y="723430"/>
                </a:lnTo>
                <a:lnTo>
                  <a:pt x="9067" y="721563"/>
                </a:lnTo>
                <a:lnTo>
                  <a:pt x="9525" y="720445"/>
                </a:lnTo>
                <a:lnTo>
                  <a:pt x="9525" y="717816"/>
                </a:lnTo>
                <a:close/>
              </a:path>
              <a:path w="767714" h="1438275">
                <a:moveTo>
                  <a:pt x="9525" y="670191"/>
                </a:moveTo>
                <a:lnTo>
                  <a:pt x="9067" y="669074"/>
                </a:lnTo>
                <a:lnTo>
                  <a:pt x="7200" y="667207"/>
                </a:lnTo>
                <a:lnTo>
                  <a:pt x="6083" y="666737"/>
                </a:lnTo>
                <a:lnTo>
                  <a:pt x="3454" y="666737"/>
                </a:lnTo>
                <a:lnTo>
                  <a:pt x="2336" y="667207"/>
                </a:lnTo>
                <a:lnTo>
                  <a:pt x="469" y="669074"/>
                </a:lnTo>
                <a:lnTo>
                  <a:pt x="0" y="670191"/>
                </a:lnTo>
                <a:lnTo>
                  <a:pt x="0" y="672820"/>
                </a:lnTo>
                <a:lnTo>
                  <a:pt x="469" y="673938"/>
                </a:lnTo>
                <a:lnTo>
                  <a:pt x="2336" y="675805"/>
                </a:lnTo>
                <a:lnTo>
                  <a:pt x="3454" y="676262"/>
                </a:lnTo>
                <a:lnTo>
                  <a:pt x="6083" y="676262"/>
                </a:lnTo>
                <a:lnTo>
                  <a:pt x="7200" y="675805"/>
                </a:lnTo>
                <a:lnTo>
                  <a:pt x="9067" y="673938"/>
                </a:lnTo>
                <a:lnTo>
                  <a:pt x="9525" y="672820"/>
                </a:lnTo>
                <a:lnTo>
                  <a:pt x="9525" y="670191"/>
                </a:lnTo>
                <a:close/>
              </a:path>
              <a:path w="767714" h="1438275">
                <a:moveTo>
                  <a:pt x="9525" y="622566"/>
                </a:moveTo>
                <a:lnTo>
                  <a:pt x="9067" y="621449"/>
                </a:lnTo>
                <a:lnTo>
                  <a:pt x="7200" y="619582"/>
                </a:lnTo>
                <a:lnTo>
                  <a:pt x="6083" y="619112"/>
                </a:lnTo>
                <a:lnTo>
                  <a:pt x="3454" y="619112"/>
                </a:lnTo>
                <a:lnTo>
                  <a:pt x="2336" y="619582"/>
                </a:lnTo>
                <a:lnTo>
                  <a:pt x="469" y="621449"/>
                </a:lnTo>
                <a:lnTo>
                  <a:pt x="0" y="622566"/>
                </a:lnTo>
                <a:lnTo>
                  <a:pt x="0" y="625195"/>
                </a:lnTo>
                <a:lnTo>
                  <a:pt x="469" y="626313"/>
                </a:lnTo>
                <a:lnTo>
                  <a:pt x="2336" y="628180"/>
                </a:lnTo>
                <a:lnTo>
                  <a:pt x="3454" y="628637"/>
                </a:lnTo>
                <a:lnTo>
                  <a:pt x="6083" y="628637"/>
                </a:lnTo>
                <a:lnTo>
                  <a:pt x="7200" y="628180"/>
                </a:lnTo>
                <a:lnTo>
                  <a:pt x="9067" y="626313"/>
                </a:lnTo>
                <a:lnTo>
                  <a:pt x="9525" y="625195"/>
                </a:lnTo>
                <a:lnTo>
                  <a:pt x="9525" y="622566"/>
                </a:lnTo>
                <a:close/>
              </a:path>
              <a:path w="767714" h="1438275">
                <a:moveTo>
                  <a:pt x="9525" y="574941"/>
                </a:moveTo>
                <a:lnTo>
                  <a:pt x="9067" y="573824"/>
                </a:lnTo>
                <a:lnTo>
                  <a:pt x="7200" y="571957"/>
                </a:lnTo>
                <a:lnTo>
                  <a:pt x="6083" y="571500"/>
                </a:lnTo>
                <a:lnTo>
                  <a:pt x="3454" y="571500"/>
                </a:lnTo>
                <a:lnTo>
                  <a:pt x="2336" y="571957"/>
                </a:lnTo>
                <a:lnTo>
                  <a:pt x="469" y="573824"/>
                </a:lnTo>
                <a:lnTo>
                  <a:pt x="0" y="574941"/>
                </a:lnTo>
                <a:lnTo>
                  <a:pt x="0" y="577570"/>
                </a:lnTo>
                <a:lnTo>
                  <a:pt x="469" y="578688"/>
                </a:lnTo>
                <a:lnTo>
                  <a:pt x="2336" y="580555"/>
                </a:lnTo>
                <a:lnTo>
                  <a:pt x="3454" y="581012"/>
                </a:lnTo>
                <a:lnTo>
                  <a:pt x="6083" y="581012"/>
                </a:lnTo>
                <a:lnTo>
                  <a:pt x="7200" y="580555"/>
                </a:lnTo>
                <a:lnTo>
                  <a:pt x="9067" y="578688"/>
                </a:lnTo>
                <a:lnTo>
                  <a:pt x="9525" y="577570"/>
                </a:lnTo>
                <a:lnTo>
                  <a:pt x="9525" y="574941"/>
                </a:lnTo>
                <a:close/>
              </a:path>
              <a:path w="767714" h="1438275">
                <a:moveTo>
                  <a:pt x="9525" y="527316"/>
                </a:moveTo>
                <a:lnTo>
                  <a:pt x="9067" y="526199"/>
                </a:lnTo>
                <a:lnTo>
                  <a:pt x="7200" y="524332"/>
                </a:lnTo>
                <a:lnTo>
                  <a:pt x="6083" y="523862"/>
                </a:lnTo>
                <a:lnTo>
                  <a:pt x="3454" y="523862"/>
                </a:lnTo>
                <a:lnTo>
                  <a:pt x="2336" y="524332"/>
                </a:lnTo>
                <a:lnTo>
                  <a:pt x="469" y="526199"/>
                </a:lnTo>
                <a:lnTo>
                  <a:pt x="0" y="527316"/>
                </a:lnTo>
                <a:lnTo>
                  <a:pt x="0" y="529945"/>
                </a:lnTo>
                <a:lnTo>
                  <a:pt x="469" y="531063"/>
                </a:lnTo>
                <a:lnTo>
                  <a:pt x="2336" y="532930"/>
                </a:lnTo>
                <a:lnTo>
                  <a:pt x="3454" y="533387"/>
                </a:lnTo>
                <a:lnTo>
                  <a:pt x="6083" y="533387"/>
                </a:lnTo>
                <a:lnTo>
                  <a:pt x="7200" y="532930"/>
                </a:lnTo>
                <a:lnTo>
                  <a:pt x="9067" y="531063"/>
                </a:lnTo>
                <a:lnTo>
                  <a:pt x="9525" y="529945"/>
                </a:lnTo>
                <a:lnTo>
                  <a:pt x="9525" y="527316"/>
                </a:lnTo>
                <a:close/>
              </a:path>
              <a:path w="767714" h="1438275">
                <a:moveTo>
                  <a:pt x="9525" y="479691"/>
                </a:moveTo>
                <a:lnTo>
                  <a:pt x="9067" y="478574"/>
                </a:lnTo>
                <a:lnTo>
                  <a:pt x="7200" y="476707"/>
                </a:lnTo>
                <a:lnTo>
                  <a:pt x="6083" y="476237"/>
                </a:lnTo>
                <a:lnTo>
                  <a:pt x="3454" y="476237"/>
                </a:lnTo>
                <a:lnTo>
                  <a:pt x="2336" y="476707"/>
                </a:lnTo>
                <a:lnTo>
                  <a:pt x="469" y="478574"/>
                </a:lnTo>
                <a:lnTo>
                  <a:pt x="0" y="479691"/>
                </a:lnTo>
                <a:lnTo>
                  <a:pt x="0" y="482320"/>
                </a:lnTo>
                <a:lnTo>
                  <a:pt x="469" y="483438"/>
                </a:lnTo>
                <a:lnTo>
                  <a:pt x="2336" y="485305"/>
                </a:lnTo>
                <a:lnTo>
                  <a:pt x="3454" y="485762"/>
                </a:lnTo>
                <a:lnTo>
                  <a:pt x="6083" y="485762"/>
                </a:lnTo>
                <a:lnTo>
                  <a:pt x="7200" y="485305"/>
                </a:lnTo>
                <a:lnTo>
                  <a:pt x="9067" y="483438"/>
                </a:lnTo>
                <a:lnTo>
                  <a:pt x="9525" y="482320"/>
                </a:lnTo>
                <a:lnTo>
                  <a:pt x="9525" y="479691"/>
                </a:lnTo>
                <a:close/>
              </a:path>
              <a:path w="767714" h="1438275">
                <a:moveTo>
                  <a:pt x="9525" y="432066"/>
                </a:moveTo>
                <a:lnTo>
                  <a:pt x="9067" y="430949"/>
                </a:lnTo>
                <a:lnTo>
                  <a:pt x="7200" y="429082"/>
                </a:lnTo>
                <a:lnTo>
                  <a:pt x="6083" y="428612"/>
                </a:lnTo>
                <a:lnTo>
                  <a:pt x="3454" y="428612"/>
                </a:lnTo>
                <a:lnTo>
                  <a:pt x="2336" y="429082"/>
                </a:lnTo>
                <a:lnTo>
                  <a:pt x="469" y="430949"/>
                </a:lnTo>
                <a:lnTo>
                  <a:pt x="0" y="432066"/>
                </a:lnTo>
                <a:lnTo>
                  <a:pt x="0" y="434695"/>
                </a:lnTo>
                <a:lnTo>
                  <a:pt x="469" y="435813"/>
                </a:lnTo>
                <a:lnTo>
                  <a:pt x="2336" y="437680"/>
                </a:lnTo>
                <a:lnTo>
                  <a:pt x="3454" y="438137"/>
                </a:lnTo>
                <a:lnTo>
                  <a:pt x="6083" y="438137"/>
                </a:lnTo>
                <a:lnTo>
                  <a:pt x="7200" y="437680"/>
                </a:lnTo>
                <a:lnTo>
                  <a:pt x="9067" y="435813"/>
                </a:lnTo>
                <a:lnTo>
                  <a:pt x="9525" y="434695"/>
                </a:lnTo>
                <a:lnTo>
                  <a:pt x="9525" y="432066"/>
                </a:lnTo>
                <a:close/>
              </a:path>
              <a:path w="767714" h="1438275">
                <a:moveTo>
                  <a:pt x="9525" y="384441"/>
                </a:moveTo>
                <a:lnTo>
                  <a:pt x="9067" y="383324"/>
                </a:lnTo>
                <a:lnTo>
                  <a:pt x="7200" y="381457"/>
                </a:lnTo>
                <a:lnTo>
                  <a:pt x="6083" y="380987"/>
                </a:lnTo>
                <a:lnTo>
                  <a:pt x="3454" y="380987"/>
                </a:lnTo>
                <a:lnTo>
                  <a:pt x="2336" y="381457"/>
                </a:lnTo>
                <a:lnTo>
                  <a:pt x="469" y="383324"/>
                </a:lnTo>
                <a:lnTo>
                  <a:pt x="0" y="384441"/>
                </a:lnTo>
                <a:lnTo>
                  <a:pt x="0" y="387070"/>
                </a:lnTo>
                <a:lnTo>
                  <a:pt x="469" y="388188"/>
                </a:lnTo>
                <a:lnTo>
                  <a:pt x="2336" y="390055"/>
                </a:lnTo>
                <a:lnTo>
                  <a:pt x="3454" y="390512"/>
                </a:lnTo>
                <a:lnTo>
                  <a:pt x="6083" y="390512"/>
                </a:lnTo>
                <a:lnTo>
                  <a:pt x="7200" y="390055"/>
                </a:lnTo>
                <a:lnTo>
                  <a:pt x="9067" y="388188"/>
                </a:lnTo>
                <a:lnTo>
                  <a:pt x="9525" y="387070"/>
                </a:lnTo>
                <a:lnTo>
                  <a:pt x="9525" y="384441"/>
                </a:lnTo>
                <a:close/>
              </a:path>
              <a:path w="767714" h="1438275">
                <a:moveTo>
                  <a:pt x="9525" y="336816"/>
                </a:moveTo>
                <a:lnTo>
                  <a:pt x="9067" y="335699"/>
                </a:lnTo>
                <a:lnTo>
                  <a:pt x="7200" y="333832"/>
                </a:lnTo>
                <a:lnTo>
                  <a:pt x="6083" y="333362"/>
                </a:lnTo>
                <a:lnTo>
                  <a:pt x="3454" y="333362"/>
                </a:lnTo>
                <a:lnTo>
                  <a:pt x="2336" y="333832"/>
                </a:lnTo>
                <a:lnTo>
                  <a:pt x="469" y="335699"/>
                </a:lnTo>
                <a:lnTo>
                  <a:pt x="0" y="336816"/>
                </a:lnTo>
                <a:lnTo>
                  <a:pt x="0" y="339445"/>
                </a:lnTo>
                <a:lnTo>
                  <a:pt x="469" y="340563"/>
                </a:lnTo>
                <a:lnTo>
                  <a:pt x="2336" y="342430"/>
                </a:lnTo>
                <a:lnTo>
                  <a:pt x="3454" y="342887"/>
                </a:lnTo>
                <a:lnTo>
                  <a:pt x="6083" y="342887"/>
                </a:lnTo>
                <a:lnTo>
                  <a:pt x="7200" y="342430"/>
                </a:lnTo>
                <a:lnTo>
                  <a:pt x="9067" y="340563"/>
                </a:lnTo>
                <a:lnTo>
                  <a:pt x="9525" y="339445"/>
                </a:lnTo>
                <a:lnTo>
                  <a:pt x="9525" y="336816"/>
                </a:lnTo>
                <a:close/>
              </a:path>
              <a:path w="767714" h="1438275">
                <a:moveTo>
                  <a:pt x="9525" y="289191"/>
                </a:moveTo>
                <a:lnTo>
                  <a:pt x="9067" y="288074"/>
                </a:lnTo>
                <a:lnTo>
                  <a:pt x="7200" y="286207"/>
                </a:lnTo>
                <a:lnTo>
                  <a:pt x="6083" y="285737"/>
                </a:lnTo>
                <a:lnTo>
                  <a:pt x="3454" y="285737"/>
                </a:lnTo>
                <a:lnTo>
                  <a:pt x="2336" y="286207"/>
                </a:lnTo>
                <a:lnTo>
                  <a:pt x="469" y="288074"/>
                </a:lnTo>
                <a:lnTo>
                  <a:pt x="0" y="289191"/>
                </a:lnTo>
                <a:lnTo>
                  <a:pt x="0" y="291820"/>
                </a:lnTo>
                <a:lnTo>
                  <a:pt x="469" y="292938"/>
                </a:lnTo>
                <a:lnTo>
                  <a:pt x="2336" y="294805"/>
                </a:lnTo>
                <a:lnTo>
                  <a:pt x="3454" y="295262"/>
                </a:lnTo>
                <a:lnTo>
                  <a:pt x="6083" y="295262"/>
                </a:lnTo>
                <a:lnTo>
                  <a:pt x="7200" y="294805"/>
                </a:lnTo>
                <a:lnTo>
                  <a:pt x="9067" y="292938"/>
                </a:lnTo>
                <a:lnTo>
                  <a:pt x="9525" y="291820"/>
                </a:lnTo>
                <a:lnTo>
                  <a:pt x="9525" y="289191"/>
                </a:lnTo>
                <a:close/>
              </a:path>
              <a:path w="767714" h="1438275">
                <a:moveTo>
                  <a:pt x="9525" y="241566"/>
                </a:moveTo>
                <a:lnTo>
                  <a:pt x="9067" y="240449"/>
                </a:lnTo>
                <a:lnTo>
                  <a:pt x="7200" y="238582"/>
                </a:lnTo>
                <a:lnTo>
                  <a:pt x="6083" y="238112"/>
                </a:lnTo>
                <a:lnTo>
                  <a:pt x="3454" y="238112"/>
                </a:lnTo>
                <a:lnTo>
                  <a:pt x="2336" y="238582"/>
                </a:lnTo>
                <a:lnTo>
                  <a:pt x="469" y="240449"/>
                </a:lnTo>
                <a:lnTo>
                  <a:pt x="0" y="241566"/>
                </a:lnTo>
                <a:lnTo>
                  <a:pt x="0" y="244195"/>
                </a:lnTo>
                <a:lnTo>
                  <a:pt x="469" y="245313"/>
                </a:lnTo>
                <a:lnTo>
                  <a:pt x="2336" y="247180"/>
                </a:lnTo>
                <a:lnTo>
                  <a:pt x="3454" y="247637"/>
                </a:lnTo>
                <a:lnTo>
                  <a:pt x="6083" y="247637"/>
                </a:lnTo>
                <a:lnTo>
                  <a:pt x="7200" y="247180"/>
                </a:lnTo>
                <a:lnTo>
                  <a:pt x="9067" y="245313"/>
                </a:lnTo>
                <a:lnTo>
                  <a:pt x="9525" y="244195"/>
                </a:lnTo>
                <a:lnTo>
                  <a:pt x="9525" y="241566"/>
                </a:lnTo>
                <a:close/>
              </a:path>
              <a:path w="767714" h="1438275">
                <a:moveTo>
                  <a:pt x="9525" y="193941"/>
                </a:moveTo>
                <a:lnTo>
                  <a:pt x="9067" y="192824"/>
                </a:lnTo>
                <a:lnTo>
                  <a:pt x="7200" y="190957"/>
                </a:lnTo>
                <a:lnTo>
                  <a:pt x="6083" y="190500"/>
                </a:lnTo>
                <a:lnTo>
                  <a:pt x="3454" y="190500"/>
                </a:lnTo>
                <a:lnTo>
                  <a:pt x="2336" y="190957"/>
                </a:lnTo>
                <a:lnTo>
                  <a:pt x="469" y="192824"/>
                </a:lnTo>
                <a:lnTo>
                  <a:pt x="0" y="193941"/>
                </a:lnTo>
                <a:lnTo>
                  <a:pt x="0" y="196570"/>
                </a:lnTo>
                <a:lnTo>
                  <a:pt x="469" y="197688"/>
                </a:lnTo>
                <a:lnTo>
                  <a:pt x="2336" y="199555"/>
                </a:lnTo>
                <a:lnTo>
                  <a:pt x="3454" y="200012"/>
                </a:lnTo>
                <a:lnTo>
                  <a:pt x="6083" y="200012"/>
                </a:lnTo>
                <a:lnTo>
                  <a:pt x="7200" y="199555"/>
                </a:lnTo>
                <a:lnTo>
                  <a:pt x="9067" y="197688"/>
                </a:lnTo>
                <a:lnTo>
                  <a:pt x="9525" y="196570"/>
                </a:lnTo>
                <a:lnTo>
                  <a:pt x="9525" y="193941"/>
                </a:lnTo>
                <a:close/>
              </a:path>
              <a:path w="767714" h="1438275">
                <a:moveTo>
                  <a:pt x="9525" y="146316"/>
                </a:moveTo>
                <a:lnTo>
                  <a:pt x="9067" y="145199"/>
                </a:lnTo>
                <a:lnTo>
                  <a:pt x="7200" y="143332"/>
                </a:lnTo>
                <a:lnTo>
                  <a:pt x="6083" y="142875"/>
                </a:lnTo>
                <a:lnTo>
                  <a:pt x="3454" y="142875"/>
                </a:lnTo>
                <a:lnTo>
                  <a:pt x="2336" y="143332"/>
                </a:lnTo>
                <a:lnTo>
                  <a:pt x="469" y="145199"/>
                </a:lnTo>
                <a:lnTo>
                  <a:pt x="0" y="146316"/>
                </a:lnTo>
                <a:lnTo>
                  <a:pt x="0" y="148945"/>
                </a:lnTo>
                <a:lnTo>
                  <a:pt x="469" y="150063"/>
                </a:lnTo>
                <a:lnTo>
                  <a:pt x="2336" y="151930"/>
                </a:lnTo>
                <a:lnTo>
                  <a:pt x="3454" y="152387"/>
                </a:lnTo>
                <a:lnTo>
                  <a:pt x="6083" y="152387"/>
                </a:lnTo>
                <a:lnTo>
                  <a:pt x="7200" y="151930"/>
                </a:lnTo>
                <a:lnTo>
                  <a:pt x="9067" y="150063"/>
                </a:lnTo>
                <a:lnTo>
                  <a:pt x="9525" y="148945"/>
                </a:lnTo>
                <a:lnTo>
                  <a:pt x="9525" y="146316"/>
                </a:lnTo>
                <a:close/>
              </a:path>
              <a:path w="767714" h="1438275">
                <a:moveTo>
                  <a:pt x="9525" y="98691"/>
                </a:moveTo>
                <a:lnTo>
                  <a:pt x="9067" y="97574"/>
                </a:lnTo>
                <a:lnTo>
                  <a:pt x="7200" y="95707"/>
                </a:lnTo>
                <a:lnTo>
                  <a:pt x="6083" y="95237"/>
                </a:lnTo>
                <a:lnTo>
                  <a:pt x="3454" y="95237"/>
                </a:lnTo>
                <a:lnTo>
                  <a:pt x="2336" y="95707"/>
                </a:lnTo>
                <a:lnTo>
                  <a:pt x="469" y="97574"/>
                </a:lnTo>
                <a:lnTo>
                  <a:pt x="0" y="98691"/>
                </a:lnTo>
                <a:lnTo>
                  <a:pt x="0" y="101320"/>
                </a:lnTo>
                <a:lnTo>
                  <a:pt x="469" y="102438"/>
                </a:lnTo>
                <a:lnTo>
                  <a:pt x="2336" y="104305"/>
                </a:lnTo>
                <a:lnTo>
                  <a:pt x="3454" y="104762"/>
                </a:lnTo>
                <a:lnTo>
                  <a:pt x="6083" y="104762"/>
                </a:lnTo>
                <a:lnTo>
                  <a:pt x="7200" y="104305"/>
                </a:lnTo>
                <a:lnTo>
                  <a:pt x="9067" y="102438"/>
                </a:lnTo>
                <a:lnTo>
                  <a:pt x="9525" y="101320"/>
                </a:lnTo>
                <a:lnTo>
                  <a:pt x="9525" y="98691"/>
                </a:lnTo>
                <a:close/>
              </a:path>
              <a:path w="767714" h="1438275">
                <a:moveTo>
                  <a:pt x="9525" y="51066"/>
                </a:moveTo>
                <a:lnTo>
                  <a:pt x="9067" y="49949"/>
                </a:lnTo>
                <a:lnTo>
                  <a:pt x="7200" y="48082"/>
                </a:lnTo>
                <a:lnTo>
                  <a:pt x="6083" y="47625"/>
                </a:lnTo>
                <a:lnTo>
                  <a:pt x="3454" y="47625"/>
                </a:lnTo>
                <a:lnTo>
                  <a:pt x="2336" y="48082"/>
                </a:lnTo>
                <a:lnTo>
                  <a:pt x="469" y="49949"/>
                </a:lnTo>
                <a:lnTo>
                  <a:pt x="0" y="51066"/>
                </a:lnTo>
                <a:lnTo>
                  <a:pt x="0" y="53695"/>
                </a:lnTo>
                <a:lnTo>
                  <a:pt x="469" y="54813"/>
                </a:lnTo>
                <a:lnTo>
                  <a:pt x="2336" y="56680"/>
                </a:lnTo>
                <a:lnTo>
                  <a:pt x="3454" y="57137"/>
                </a:lnTo>
                <a:lnTo>
                  <a:pt x="6083" y="57137"/>
                </a:lnTo>
                <a:lnTo>
                  <a:pt x="7200" y="56680"/>
                </a:lnTo>
                <a:lnTo>
                  <a:pt x="9067" y="54813"/>
                </a:lnTo>
                <a:lnTo>
                  <a:pt x="9525" y="53695"/>
                </a:lnTo>
                <a:lnTo>
                  <a:pt x="9525" y="51066"/>
                </a:lnTo>
                <a:close/>
              </a:path>
              <a:path w="767714" h="1438275">
                <a:moveTo>
                  <a:pt x="9525" y="3441"/>
                </a:moveTo>
                <a:lnTo>
                  <a:pt x="9067" y="2324"/>
                </a:lnTo>
                <a:lnTo>
                  <a:pt x="7200" y="457"/>
                </a:lnTo>
                <a:lnTo>
                  <a:pt x="6083" y="0"/>
                </a:lnTo>
                <a:lnTo>
                  <a:pt x="3454" y="0"/>
                </a:lnTo>
                <a:lnTo>
                  <a:pt x="2336" y="457"/>
                </a:lnTo>
                <a:lnTo>
                  <a:pt x="469" y="2324"/>
                </a:lnTo>
                <a:lnTo>
                  <a:pt x="0" y="3441"/>
                </a:lnTo>
                <a:lnTo>
                  <a:pt x="0" y="6070"/>
                </a:lnTo>
                <a:lnTo>
                  <a:pt x="469" y="7188"/>
                </a:lnTo>
                <a:lnTo>
                  <a:pt x="2336" y="9055"/>
                </a:lnTo>
                <a:lnTo>
                  <a:pt x="3454" y="9512"/>
                </a:lnTo>
                <a:lnTo>
                  <a:pt x="6083" y="9512"/>
                </a:lnTo>
                <a:lnTo>
                  <a:pt x="7200" y="9055"/>
                </a:lnTo>
                <a:lnTo>
                  <a:pt x="9067" y="7188"/>
                </a:lnTo>
                <a:lnTo>
                  <a:pt x="9525" y="6070"/>
                </a:lnTo>
                <a:lnTo>
                  <a:pt x="9525" y="3441"/>
                </a:lnTo>
                <a:close/>
              </a:path>
              <a:path w="767714" h="1438275">
                <a:moveTo>
                  <a:pt x="767715" y="1432191"/>
                </a:moveTo>
                <a:lnTo>
                  <a:pt x="767257" y="1431074"/>
                </a:lnTo>
                <a:lnTo>
                  <a:pt x="765390" y="1429207"/>
                </a:lnTo>
                <a:lnTo>
                  <a:pt x="764273" y="1428737"/>
                </a:lnTo>
                <a:lnTo>
                  <a:pt x="761644" y="1428737"/>
                </a:lnTo>
                <a:lnTo>
                  <a:pt x="760526" y="1429207"/>
                </a:lnTo>
                <a:lnTo>
                  <a:pt x="758659" y="1431074"/>
                </a:lnTo>
                <a:lnTo>
                  <a:pt x="758190" y="1432191"/>
                </a:lnTo>
                <a:lnTo>
                  <a:pt x="758190" y="1434820"/>
                </a:lnTo>
                <a:lnTo>
                  <a:pt x="758659" y="1435938"/>
                </a:lnTo>
                <a:lnTo>
                  <a:pt x="760526" y="1437805"/>
                </a:lnTo>
                <a:lnTo>
                  <a:pt x="761644" y="1438262"/>
                </a:lnTo>
                <a:lnTo>
                  <a:pt x="764273" y="1438262"/>
                </a:lnTo>
                <a:lnTo>
                  <a:pt x="765390" y="1437805"/>
                </a:lnTo>
                <a:lnTo>
                  <a:pt x="767257" y="1435938"/>
                </a:lnTo>
                <a:lnTo>
                  <a:pt x="767715" y="1434820"/>
                </a:lnTo>
                <a:lnTo>
                  <a:pt x="767715" y="1432191"/>
                </a:lnTo>
                <a:close/>
              </a:path>
              <a:path w="767714" h="1438275">
                <a:moveTo>
                  <a:pt x="767715" y="1384566"/>
                </a:moveTo>
                <a:lnTo>
                  <a:pt x="767257" y="1383449"/>
                </a:lnTo>
                <a:lnTo>
                  <a:pt x="765390" y="1381582"/>
                </a:lnTo>
                <a:lnTo>
                  <a:pt x="764273" y="1381112"/>
                </a:lnTo>
                <a:lnTo>
                  <a:pt x="761644" y="1381112"/>
                </a:lnTo>
                <a:lnTo>
                  <a:pt x="760526" y="1381582"/>
                </a:lnTo>
                <a:lnTo>
                  <a:pt x="758659" y="1383449"/>
                </a:lnTo>
                <a:lnTo>
                  <a:pt x="758190" y="1384566"/>
                </a:lnTo>
                <a:lnTo>
                  <a:pt x="758190" y="1387195"/>
                </a:lnTo>
                <a:lnTo>
                  <a:pt x="758659" y="1388313"/>
                </a:lnTo>
                <a:lnTo>
                  <a:pt x="760526" y="1390180"/>
                </a:lnTo>
                <a:lnTo>
                  <a:pt x="761644" y="1390637"/>
                </a:lnTo>
                <a:lnTo>
                  <a:pt x="764273" y="1390637"/>
                </a:lnTo>
                <a:lnTo>
                  <a:pt x="765390" y="1390180"/>
                </a:lnTo>
                <a:lnTo>
                  <a:pt x="767257" y="1388313"/>
                </a:lnTo>
                <a:lnTo>
                  <a:pt x="767715" y="1387195"/>
                </a:lnTo>
                <a:lnTo>
                  <a:pt x="767715" y="1384566"/>
                </a:lnTo>
                <a:close/>
              </a:path>
              <a:path w="767714" h="1438275">
                <a:moveTo>
                  <a:pt x="767715" y="1336941"/>
                </a:moveTo>
                <a:lnTo>
                  <a:pt x="767257" y="1335824"/>
                </a:lnTo>
                <a:lnTo>
                  <a:pt x="765390" y="1333957"/>
                </a:lnTo>
                <a:lnTo>
                  <a:pt x="764273" y="1333487"/>
                </a:lnTo>
                <a:lnTo>
                  <a:pt x="761644" y="1333487"/>
                </a:lnTo>
                <a:lnTo>
                  <a:pt x="760526" y="1333957"/>
                </a:lnTo>
                <a:lnTo>
                  <a:pt x="758659" y="1335824"/>
                </a:lnTo>
                <a:lnTo>
                  <a:pt x="758190" y="1336941"/>
                </a:lnTo>
                <a:lnTo>
                  <a:pt x="758190" y="1339570"/>
                </a:lnTo>
                <a:lnTo>
                  <a:pt x="758659" y="1340688"/>
                </a:lnTo>
                <a:lnTo>
                  <a:pt x="760526" y="1342555"/>
                </a:lnTo>
                <a:lnTo>
                  <a:pt x="761644" y="1343012"/>
                </a:lnTo>
                <a:lnTo>
                  <a:pt x="764273" y="1343012"/>
                </a:lnTo>
                <a:lnTo>
                  <a:pt x="765390" y="1342555"/>
                </a:lnTo>
                <a:lnTo>
                  <a:pt x="767257" y="1340688"/>
                </a:lnTo>
                <a:lnTo>
                  <a:pt x="767715" y="1339570"/>
                </a:lnTo>
                <a:lnTo>
                  <a:pt x="767715" y="1336941"/>
                </a:lnTo>
                <a:close/>
              </a:path>
              <a:path w="767714" h="1438275">
                <a:moveTo>
                  <a:pt x="767715" y="1289316"/>
                </a:moveTo>
                <a:lnTo>
                  <a:pt x="767257" y="1288199"/>
                </a:lnTo>
                <a:lnTo>
                  <a:pt x="765390" y="1286332"/>
                </a:lnTo>
                <a:lnTo>
                  <a:pt x="764273" y="1285862"/>
                </a:lnTo>
                <a:lnTo>
                  <a:pt x="761644" y="1285862"/>
                </a:lnTo>
                <a:lnTo>
                  <a:pt x="760526" y="1286332"/>
                </a:lnTo>
                <a:lnTo>
                  <a:pt x="758659" y="1288199"/>
                </a:lnTo>
                <a:lnTo>
                  <a:pt x="758190" y="1289316"/>
                </a:lnTo>
                <a:lnTo>
                  <a:pt x="758190" y="1291945"/>
                </a:lnTo>
                <a:lnTo>
                  <a:pt x="758659" y="1293063"/>
                </a:lnTo>
                <a:lnTo>
                  <a:pt x="760526" y="1294930"/>
                </a:lnTo>
                <a:lnTo>
                  <a:pt x="761644" y="1295387"/>
                </a:lnTo>
                <a:lnTo>
                  <a:pt x="764273" y="1295387"/>
                </a:lnTo>
                <a:lnTo>
                  <a:pt x="765390" y="1294930"/>
                </a:lnTo>
                <a:lnTo>
                  <a:pt x="767257" y="1293063"/>
                </a:lnTo>
                <a:lnTo>
                  <a:pt x="767715" y="1291945"/>
                </a:lnTo>
                <a:lnTo>
                  <a:pt x="767715" y="1289316"/>
                </a:lnTo>
                <a:close/>
              </a:path>
              <a:path w="767714" h="1438275">
                <a:moveTo>
                  <a:pt x="767715" y="1241691"/>
                </a:moveTo>
                <a:lnTo>
                  <a:pt x="767257" y="1240574"/>
                </a:lnTo>
                <a:lnTo>
                  <a:pt x="765390" y="1238707"/>
                </a:lnTo>
                <a:lnTo>
                  <a:pt x="764273" y="1238237"/>
                </a:lnTo>
                <a:lnTo>
                  <a:pt x="761644" y="1238237"/>
                </a:lnTo>
                <a:lnTo>
                  <a:pt x="760526" y="1238707"/>
                </a:lnTo>
                <a:lnTo>
                  <a:pt x="758659" y="1240574"/>
                </a:lnTo>
                <a:lnTo>
                  <a:pt x="758190" y="1241691"/>
                </a:lnTo>
                <a:lnTo>
                  <a:pt x="758190" y="1244320"/>
                </a:lnTo>
                <a:lnTo>
                  <a:pt x="758659" y="1245438"/>
                </a:lnTo>
                <a:lnTo>
                  <a:pt x="760526" y="1247305"/>
                </a:lnTo>
                <a:lnTo>
                  <a:pt x="761644" y="1247762"/>
                </a:lnTo>
                <a:lnTo>
                  <a:pt x="764273" y="1247762"/>
                </a:lnTo>
                <a:lnTo>
                  <a:pt x="765390" y="1247305"/>
                </a:lnTo>
                <a:lnTo>
                  <a:pt x="767257" y="1245438"/>
                </a:lnTo>
                <a:lnTo>
                  <a:pt x="767715" y="1244320"/>
                </a:lnTo>
                <a:lnTo>
                  <a:pt x="767715" y="1241691"/>
                </a:lnTo>
                <a:close/>
              </a:path>
              <a:path w="767714" h="1438275">
                <a:moveTo>
                  <a:pt x="767715" y="1194066"/>
                </a:moveTo>
                <a:lnTo>
                  <a:pt x="767257" y="1192949"/>
                </a:lnTo>
                <a:lnTo>
                  <a:pt x="765390" y="1191082"/>
                </a:lnTo>
                <a:lnTo>
                  <a:pt x="764273" y="1190612"/>
                </a:lnTo>
                <a:lnTo>
                  <a:pt x="761644" y="1190612"/>
                </a:lnTo>
                <a:lnTo>
                  <a:pt x="760526" y="1191082"/>
                </a:lnTo>
                <a:lnTo>
                  <a:pt x="758659" y="1192949"/>
                </a:lnTo>
                <a:lnTo>
                  <a:pt x="758190" y="1194066"/>
                </a:lnTo>
                <a:lnTo>
                  <a:pt x="758190" y="1196695"/>
                </a:lnTo>
                <a:lnTo>
                  <a:pt x="758659" y="1197813"/>
                </a:lnTo>
                <a:lnTo>
                  <a:pt x="760526" y="1199680"/>
                </a:lnTo>
                <a:lnTo>
                  <a:pt x="761644" y="1200137"/>
                </a:lnTo>
                <a:lnTo>
                  <a:pt x="764273" y="1200137"/>
                </a:lnTo>
                <a:lnTo>
                  <a:pt x="765390" y="1199680"/>
                </a:lnTo>
                <a:lnTo>
                  <a:pt x="767257" y="1197813"/>
                </a:lnTo>
                <a:lnTo>
                  <a:pt x="767715" y="1196695"/>
                </a:lnTo>
                <a:lnTo>
                  <a:pt x="767715" y="1194066"/>
                </a:lnTo>
                <a:close/>
              </a:path>
              <a:path w="767714" h="1438275">
                <a:moveTo>
                  <a:pt x="767715" y="1146441"/>
                </a:moveTo>
                <a:lnTo>
                  <a:pt x="767257" y="1145324"/>
                </a:lnTo>
                <a:lnTo>
                  <a:pt x="765390" y="1143457"/>
                </a:lnTo>
                <a:lnTo>
                  <a:pt x="764273" y="1142987"/>
                </a:lnTo>
                <a:lnTo>
                  <a:pt x="761644" y="1142987"/>
                </a:lnTo>
                <a:lnTo>
                  <a:pt x="760526" y="1143457"/>
                </a:lnTo>
                <a:lnTo>
                  <a:pt x="758659" y="1145324"/>
                </a:lnTo>
                <a:lnTo>
                  <a:pt x="758190" y="1146441"/>
                </a:lnTo>
                <a:lnTo>
                  <a:pt x="758190" y="1149070"/>
                </a:lnTo>
                <a:lnTo>
                  <a:pt x="758659" y="1150188"/>
                </a:lnTo>
                <a:lnTo>
                  <a:pt x="760526" y="1152055"/>
                </a:lnTo>
                <a:lnTo>
                  <a:pt x="761644" y="1152512"/>
                </a:lnTo>
                <a:lnTo>
                  <a:pt x="764273" y="1152512"/>
                </a:lnTo>
                <a:lnTo>
                  <a:pt x="765390" y="1152055"/>
                </a:lnTo>
                <a:lnTo>
                  <a:pt x="767257" y="1150188"/>
                </a:lnTo>
                <a:lnTo>
                  <a:pt x="767715" y="1149070"/>
                </a:lnTo>
                <a:lnTo>
                  <a:pt x="767715" y="1146441"/>
                </a:lnTo>
                <a:close/>
              </a:path>
              <a:path w="767714" h="1438275">
                <a:moveTo>
                  <a:pt x="767715" y="1098816"/>
                </a:moveTo>
                <a:lnTo>
                  <a:pt x="767257" y="1097699"/>
                </a:lnTo>
                <a:lnTo>
                  <a:pt x="765390" y="1095832"/>
                </a:lnTo>
                <a:lnTo>
                  <a:pt x="764273" y="1095362"/>
                </a:lnTo>
                <a:lnTo>
                  <a:pt x="761644" y="1095362"/>
                </a:lnTo>
                <a:lnTo>
                  <a:pt x="760526" y="1095832"/>
                </a:lnTo>
                <a:lnTo>
                  <a:pt x="758659" y="1097699"/>
                </a:lnTo>
                <a:lnTo>
                  <a:pt x="758190" y="1098816"/>
                </a:lnTo>
                <a:lnTo>
                  <a:pt x="758190" y="1101445"/>
                </a:lnTo>
                <a:lnTo>
                  <a:pt x="758659" y="1102563"/>
                </a:lnTo>
                <a:lnTo>
                  <a:pt x="760526" y="1104430"/>
                </a:lnTo>
                <a:lnTo>
                  <a:pt x="761644" y="1104887"/>
                </a:lnTo>
                <a:lnTo>
                  <a:pt x="764273" y="1104887"/>
                </a:lnTo>
                <a:lnTo>
                  <a:pt x="765390" y="1104430"/>
                </a:lnTo>
                <a:lnTo>
                  <a:pt x="767257" y="1102563"/>
                </a:lnTo>
                <a:lnTo>
                  <a:pt x="767715" y="1101445"/>
                </a:lnTo>
                <a:lnTo>
                  <a:pt x="767715" y="1098816"/>
                </a:lnTo>
                <a:close/>
              </a:path>
              <a:path w="767714" h="1438275">
                <a:moveTo>
                  <a:pt x="767715" y="1051191"/>
                </a:moveTo>
                <a:lnTo>
                  <a:pt x="767257" y="1050074"/>
                </a:lnTo>
                <a:lnTo>
                  <a:pt x="765390" y="1048207"/>
                </a:lnTo>
                <a:lnTo>
                  <a:pt x="764273" y="1047737"/>
                </a:lnTo>
                <a:lnTo>
                  <a:pt x="761644" y="1047737"/>
                </a:lnTo>
                <a:lnTo>
                  <a:pt x="760526" y="1048207"/>
                </a:lnTo>
                <a:lnTo>
                  <a:pt x="758659" y="1050074"/>
                </a:lnTo>
                <a:lnTo>
                  <a:pt x="758190" y="1051191"/>
                </a:lnTo>
                <a:lnTo>
                  <a:pt x="758190" y="1053820"/>
                </a:lnTo>
                <a:lnTo>
                  <a:pt x="758659" y="1054938"/>
                </a:lnTo>
                <a:lnTo>
                  <a:pt x="760526" y="1056805"/>
                </a:lnTo>
                <a:lnTo>
                  <a:pt x="761644" y="1057262"/>
                </a:lnTo>
                <a:lnTo>
                  <a:pt x="764273" y="1057262"/>
                </a:lnTo>
                <a:lnTo>
                  <a:pt x="765390" y="1056805"/>
                </a:lnTo>
                <a:lnTo>
                  <a:pt x="767257" y="1054938"/>
                </a:lnTo>
                <a:lnTo>
                  <a:pt x="767715" y="1053820"/>
                </a:lnTo>
                <a:lnTo>
                  <a:pt x="767715" y="1051191"/>
                </a:lnTo>
                <a:close/>
              </a:path>
              <a:path w="767714" h="1438275">
                <a:moveTo>
                  <a:pt x="767715" y="1003566"/>
                </a:moveTo>
                <a:lnTo>
                  <a:pt x="767257" y="1002449"/>
                </a:lnTo>
                <a:lnTo>
                  <a:pt x="765390" y="1000582"/>
                </a:lnTo>
                <a:lnTo>
                  <a:pt x="764273" y="1000112"/>
                </a:lnTo>
                <a:lnTo>
                  <a:pt x="761644" y="1000112"/>
                </a:lnTo>
                <a:lnTo>
                  <a:pt x="760526" y="1000582"/>
                </a:lnTo>
                <a:lnTo>
                  <a:pt x="758659" y="1002449"/>
                </a:lnTo>
                <a:lnTo>
                  <a:pt x="758190" y="1003566"/>
                </a:lnTo>
                <a:lnTo>
                  <a:pt x="758190" y="1006195"/>
                </a:lnTo>
                <a:lnTo>
                  <a:pt x="758659" y="1007313"/>
                </a:lnTo>
                <a:lnTo>
                  <a:pt x="760526" y="1009180"/>
                </a:lnTo>
                <a:lnTo>
                  <a:pt x="761644" y="1009637"/>
                </a:lnTo>
                <a:lnTo>
                  <a:pt x="764273" y="1009637"/>
                </a:lnTo>
                <a:lnTo>
                  <a:pt x="765390" y="1009180"/>
                </a:lnTo>
                <a:lnTo>
                  <a:pt x="767257" y="1007313"/>
                </a:lnTo>
                <a:lnTo>
                  <a:pt x="767715" y="1006195"/>
                </a:lnTo>
                <a:lnTo>
                  <a:pt x="767715" y="1003566"/>
                </a:lnTo>
                <a:close/>
              </a:path>
              <a:path w="767714" h="1438275">
                <a:moveTo>
                  <a:pt x="767715" y="955941"/>
                </a:moveTo>
                <a:lnTo>
                  <a:pt x="767257" y="954824"/>
                </a:lnTo>
                <a:lnTo>
                  <a:pt x="765390" y="952957"/>
                </a:lnTo>
                <a:lnTo>
                  <a:pt x="764273" y="952487"/>
                </a:lnTo>
                <a:lnTo>
                  <a:pt x="761644" y="952487"/>
                </a:lnTo>
                <a:lnTo>
                  <a:pt x="760526" y="952957"/>
                </a:lnTo>
                <a:lnTo>
                  <a:pt x="758659" y="954824"/>
                </a:lnTo>
                <a:lnTo>
                  <a:pt x="758190" y="955941"/>
                </a:lnTo>
                <a:lnTo>
                  <a:pt x="758190" y="958570"/>
                </a:lnTo>
                <a:lnTo>
                  <a:pt x="758659" y="959688"/>
                </a:lnTo>
                <a:lnTo>
                  <a:pt x="760526" y="961555"/>
                </a:lnTo>
                <a:lnTo>
                  <a:pt x="761644" y="962012"/>
                </a:lnTo>
                <a:lnTo>
                  <a:pt x="764273" y="962012"/>
                </a:lnTo>
                <a:lnTo>
                  <a:pt x="765390" y="961555"/>
                </a:lnTo>
                <a:lnTo>
                  <a:pt x="767257" y="959688"/>
                </a:lnTo>
                <a:lnTo>
                  <a:pt x="767715" y="958570"/>
                </a:lnTo>
                <a:lnTo>
                  <a:pt x="767715" y="955941"/>
                </a:lnTo>
                <a:close/>
              </a:path>
              <a:path w="767714" h="1438275">
                <a:moveTo>
                  <a:pt x="767715" y="908316"/>
                </a:moveTo>
                <a:lnTo>
                  <a:pt x="767257" y="907199"/>
                </a:lnTo>
                <a:lnTo>
                  <a:pt x="765390" y="905332"/>
                </a:lnTo>
                <a:lnTo>
                  <a:pt x="764273" y="904862"/>
                </a:lnTo>
                <a:lnTo>
                  <a:pt x="761644" y="904862"/>
                </a:lnTo>
                <a:lnTo>
                  <a:pt x="760526" y="905332"/>
                </a:lnTo>
                <a:lnTo>
                  <a:pt x="758659" y="907199"/>
                </a:lnTo>
                <a:lnTo>
                  <a:pt x="758190" y="908316"/>
                </a:lnTo>
                <a:lnTo>
                  <a:pt x="758190" y="910945"/>
                </a:lnTo>
                <a:lnTo>
                  <a:pt x="758659" y="912063"/>
                </a:lnTo>
                <a:lnTo>
                  <a:pt x="760526" y="913930"/>
                </a:lnTo>
                <a:lnTo>
                  <a:pt x="761644" y="914387"/>
                </a:lnTo>
                <a:lnTo>
                  <a:pt x="764273" y="914387"/>
                </a:lnTo>
                <a:lnTo>
                  <a:pt x="765390" y="913930"/>
                </a:lnTo>
                <a:lnTo>
                  <a:pt x="767257" y="912063"/>
                </a:lnTo>
                <a:lnTo>
                  <a:pt x="767715" y="910945"/>
                </a:lnTo>
                <a:lnTo>
                  <a:pt x="767715" y="908316"/>
                </a:lnTo>
                <a:close/>
              </a:path>
              <a:path w="767714" h="1438275">
                <a:moveTo>
                  <a:pt x="767715" y="860691"/>
                </a:moveTo>
                <a:lnTo>
                  <a:pt x="767257" y="859574"/>
                </a:lnTo>
                <a:lnTo>
                  <a:pt x="765390" y="857707"/>
                </a:lnTo>
                <a:lnTo>
                  <a:pt x="764273" y="857237"/>
                </a:lnTo>
                <a:lnTo>
                  <a:pt x="761644" y="857237"/>
                </a:lnTo>
                <a:lnTo>
                  <a:pt x="760526" y="857707"/>
                </a:lnTo>
                <a:lnTo>
                  <a:pt x="758659" y="859574"/>
                </a:lnTo>
                <a:lnTo>
                  <a:pt x="758190" y="860691"/>
                </a:lnTo>
                <a:lnTo>
                  <a:pt x="758190" y="863320"/>
                </a:lnTo>
                <a:lnTo>
                  <a:pt x="758659" y="864438"/>
                </a:lnTo>
                <a:lnTo>
                  <a:pt x="760526" y="866305"/>
                </a:lnTo>
                <a:lnTo>
                  <a:pt x="761644" y="866762"/>
                </a:lnTo>
                <a:lnTo>
                  <a:pt x="764273" y="866762"/>
                </a:lnTo>
                <a:lnTo>
                  <a:pt x="765390" y="866305"/>
                </a:lnTo>
                <a:lnTo>
                  <a:pt x="767257" y="864438"/>
                </a:lnTo>
                <a:lnTo>
                  <a:pt x="767715" y="863320"/>
                </a:lnTo>
                <a:lnTo>
                  <a:pt x="767715" y="860691"/>
                </a:lnTo>
                <a:close/>
              </a:path>
              <a:path w="767714" h="1438275">
                <a:moveTo>
                  <a:pt x="767715" y="813066"/>
                </a:moveTo>
                <a:lnTo>
                  <a:pt x="767257" y="811949"/>
                </a:lnTo>
                <a:lnTo>
                  <a:pt x="765390" y="810082"/>
                </a:lnTo>
                <a:lnTo>
                  <a:pt x="764273" y="809612"/>
                </a:lnTo>
                <a:lnTo>
                  <a:pt x="761644" y="809612"/>
                </a:lnTo>
                <a:lnTo>
                  <a:pt x="760526" y="810082"/>
                </a:lnTo>
                <a:lnTo>
                  <a:pt x="758659" y="811949"/>
                </a:lnTo>
                <a:lnTo>
                  <a:pt x="758190" y="813066"/>
                </a:lnTo>
                <a:lnTo>
                  <a:pt x="758190" y="815695"/>
                </a:lnTo>
                <a:lnTo>
                  <a:pt x="758659" y="816813"/>
                </a:lnTo>
                <a:lnTo>
                  <a:pt x="760526" y="818680"/>
                </a:lnTo>
                <a:lnTo>
                  <a:pt x="761644" y="819137"/>
                </a:lnTo>
                <a:lnTo>
                  <a:pt x="764273" y="819137"/>
                </a:lnTo>
                <a:lnTo>
                  <a:pt x="765390" y="818680"/>
                </a:lnTo>
                <a:lnTo>
                  <a:pt x="767257" y="816813"/>
                </a:lnTo>
                <a:lnTo>
                  <a:pt x="767715" y="815695"/>
                </a:lnTo>
                <a:lnTo>
                  <a:pt x="767715" y="813066"/>
                </a:lnTo>
                <a:close/>
              </a:path>
              <a:path w="767714" h="1438275">
                <a:moveTo>
                  <a:pt x="767715" y="765441"/>
                </a:moveTo>
                <a:lnTo>
                  <a:pt x="767257" y="764324"/>
                </a:lnTo>
                <a:lnTo>
                  <a:pt x="765390" y="762457"/>
                </a:lnTo>
                <a:lnTo>
                  <a:pt x="764273" y="761987"/>
                </a:lnTo>
                <a:lnTo>
                  <a:pt x="761644" y="761987"/>
                </a:lnTo>
                <a:lnTo>
                  <a:pt x="760526" y="762457"/>
                </a:lnTo>
                <a:lnTo>
                  <a:pt x="758659" y="764324"/>
                </a:lnTo>
                <a:lnTo>
                  <a:pt x="758190" y="765441"/>
                </a:lnTo>
                <a:lnTo>
                  <a:pt x="758190" y="768070"/>
                </a:lnTo>
                <a:lnTo>
                  <a:pt x="758659" y="769188"/>
                </a:lnTo>
                <a:lnTo>
                  <a:pt x="760526" y="771055"/>
                </a:lnTo>
                <a:lnTo>
                  <a:pt x="761644" y="771512"/>
                </a:lnTo>
                <a:lnTo>
                  <a:pt x="764273" y="771512"/>
                </a:lnTo>
                <a:lnTo>
                  <a:pt x="765390" y="771055"/>
                </a:lnTo>
                <a:lnTo>
                  <a:pt x="767257" y="769188"/>
                </a:lnTo>
                <a:lnTo>
                  <a:pt x="767715" y="768070"/>
                </a:lnTo>
                <a:lnTo>
                  <a:pt x="767715" y="765441"/>
                </a:lnTo>
                <a:close/>
              </a:path>
              <a:path w="767714" h="1438275">
                <a:moveTo>
                  <a:pt x="767715" y="717816"/>
                </a:moveTo>
                <a:lnTo>
                  <a:pt x="767257" y="716699"/>
                </a:lnTo>
                <a:lnTo>
                  <a:pt x="765390" y="714832"/>
                </a:lnTo>
                <a:lnTo>
                  <a:pt x="764273" y="714362"/>
                </a:lnTo>
                <a:lnTo>
                  <a:pt x="761644" y="714362"/>
                </a:lnTo>
                <a:lnTo>
                  <a:pt x="760526" y="714832"/>
                </a:lnTo>
                <a:lnTo>
                  <a:pt x="758659" y="716699"/>
                </a:lnTo>
                <a:lnTo>
                  <a:pt x="758190" y="717816"/>
                </a:lnTo>
                <a:lnTo>
                  <a:pt x="758190" y="720445"/>
                </a:lnTo>
                <a:lnTo>
                  <a:pt x="758659" y="721563"/>
                </a:lnTo>
                <a:lnTo>
                  <a:pt x="760526" y="723430"/>
                </a:lnTo>
                <a:lnTo>
                  <a:pt x="761644" y="723887"/>
                </a:lnTo>
                <a:lnTo>
                  <a:pt x="764273" y="723887"/>
                </a:lnTo>
                <a:lnTo>
                  <a:pt x="765390" y="723430"/>
                </a:lnTo>
                <a:lnTo>
                  <a:pt x="767257" y="721563"/>
                </a:lnTo>
                <a:lnTo>
                  <a:pt x="767715" y="720445"/>
                </a:lnTo>
                <a:lnTo>
                  <a:pt x="767715" y="717816"/>
                </a:lnTo>
                <a:close/>
              </a:path>
              <a:path w="767714" h="1438275">
                <a:moveTo>
                  <a:pt x="767715" y="670191"/>
                </a:moveTo>
                <a:lnTo>
                  <a:pt x="767257" y="669074"/>
                </a:lnTo>
                <a:lnTo>
                  <a:pt x="765390" y="667207"/>
                </a:lnTo>
                <a:lnTo>
                  <a:pt x="764273" y="666737"/>
                </a:lnTo>
                <a:lnTo>
                  <a:pt x="761644" y="666737"/>
                </a:lnTo>
                <a:lnTo>
                  <a:pt x="760526" y="667207"/>
                </a:lnTo>
                <a:lnTo>
                  <a:pt x="758659" y="669074"/>
                </a:lnTo>
                <a:lnTo>
                  <a:pt x="758190" y="670191"/>
                </a:lnTo>
                <a:lnTo>
                  <a:pt x="758190" y="672820"/>
                </a:lnTo>
                <a:lnTo>
                  <a:pt x="758659" y="673938"/>
                </a:lnTo>
                <a:lnTo>
                  <a:pt x="760526" y="675805"/>
                </a:lnTo>
                <a:lnTo>
                  <a:pt x="761644" y="676262"/>
                </a:lnTo>
                <a:lnTo>
                  <a:pt x="764273" y="676262"/>
                </a:lnTo>
                <a:lnTo>
                  <a:pt x="765390" y="675805"/>
                </a:lnTo>
                <a:lnTo>
                  <a:pt x="767257" y="673938"/>
                </a:lnTo>
                <a:lnTo>
                  <a:pt x="767715" y="672820"/>
                </a:lnTo>
                <a:lnTo>
                  <a:pt x="767715" y="670191"/>
                </a:lnTo>
                <a:close/>
              </a:path>
              <a:path w="767714" h="1438275">
                <a:moveTo>
                  <a:pt x="767715" y="622566"/>
                </a:moveTo>
                <a:lnTo>
                  <a:pt x="767257" y="621449"/>
                </a:lnTo>
                <a:lnTo>
                  <a:pt x="765390" y="619582"/>
                </a:lnTo>
                <a:lnTo>
                  <a:pt x="764273" y="619112"/>
                </a:lnTo>
                <a:lnTo>
                  <a:pt x="761644" y="619112"/>
                </a:lnTo>
                <a:lnTo>
                  <a:pt x="760526" y="619582"/>
                </a:lnTo>
                <a:lnTo>
                  <a:pt x="758659" y="621449"/>
                </a:lnTo>
                <a:lnTo>
                  <a:pt x="758190" y="622566"/>
                </a:lnTo>
                <a:lnTo>
                  <a:pt x="758190" y="625195"/>
                </a:lnTo>
                <a:lnTo>
                  <a:pt x="758659" y="626313"/>
                </a:lnTo>
                <a:lnTo>
                  <a:pt x="760526" y="628180"/>
                </a:lnTo>
                <a:lnTo>
                  <a:pt x="761644" y="628637"/>
                </a:lnTo>
                <a:lnTo>
                  <a:pt x="764273" y="628637"/>
                </a:lnTo>
                <a:lnTo>
                  <a:pt x="765390" y="628180"/>
                </a:lnTo>
                <a:lnTo>
                  <a:pt x="767257" y="626313"/>
                </a:lnTo>
                <a:lnTo>
                  <a:pt x="767715" y="625195"/>
                </a:lnTo>
                <a:lnTo>
                  <a:pt x="767715" y="622566"/>
                </a:lnTo>
                <a:close/>
              </a:path>
              <a:path w="767714" h="1438275">
                <a:moveTo>
                  <a:pt x="767715" y="574941"/>
                </a:moveTo>
                <a:lnTo>
                  <a:pt x="767257" y="573824"/>
                </a:lnTo>
                <a:lnTo>
                  <a:pt x="765390" y="571957"/>
                </a:lnTo>
                <a:lnTo>
                  <a:pt x="764273" y="571500"/>
                </a:lnTo>
                <a:lnTo>
                  <a:pt x="761644" y="571500"/>
                </a:lnTo>
                <a:lnTo>
                  <a:pt x="760526" y="571957"/>
                </a:lnTo>
                <a:lnTo>
                  <a:pt x="758659" y="573824"/>
                </a:lnTo>
                <a:lnTo>
                  <a:pt x="758190" y="574941"/>
                </a:lnTo>
                <a:lnTo>
                  <a:pt x="758190" y="577570"/>
                </a:lnTo>
                <a:lnTo>
                  <a:pt x="758659" y="578688"/>
                </a:lnTo>
                <a:lnTo>
                  <a:pt x="760526" y="580555"/>
                </a:lnTo>
                <a:lnTo>
                  <a:pt x="761644" y="581012"/>
                </a:lnTo>
                <a:lnTo>
                  <a:pt x="764273" y="581012"/>
                </a:lnTo>
                <a:lnTo>
                  <a:pt x="765390" y="580555"/>
                </a:lnTo>
                <a:lnTo>
                  <a:pt x="767257" y="578688"/>
                </a:lnTo>
                <a:lnTo>
                  <a:pt x="767715" y="577570"/>
                </a:lnTo>
                <a:lnTo>
                  <a:pt x="767715" y="574941"/>
                </a:lnTo>
                <a:close/>
              </a:path>
              <a:path w="767714" h="1438275">
                <a:moveTo>
                  <a:pt x="767715" y="527316"/>
                </a:moveTo>
                <a:lnTo>
                  <a:pt x="767257" y="526199"/>
                </a:lnTo>
                <a:lnTo>
                  <a:pt x="765390" y="524332"/>
                </a:lnTo>
                <a:lnTo>
                  <a:pt x="764273" y="523862"/>
                </a:lnTo>
                <a:lnTo>
                  <a:pt x="761644" y="523862"/>
                </a:lnTo>
                <a:lnTo>
                  <a:pt x="760526" y="524332"/>
                </a:lnTo>
                <a:lnTo>
                  <a:pt x="758659" y="526199"/>
                </a:lnTo>
                <a:lnTo>
                  <a:pt x="758190" y="527316"/>
                </a:lnTo>
                <a:lnTo>
                  <a:pt x="758190" y="529945"/>
                </a:lnTo>
                <a:lnTo>
                  <a:pt x="758659" y="531063"/>
                </a:lnTo>
                <a:lnTo>
                  <a:pt x="760526" y="532930"/>
                </a:lnTo>
                <a:lnTo>
                  <a:pt x="761644" y="533387"/>
                </a:lnTo>
                <a:lnTo>
                  <a:pt x="764273" y="533387"/>
                </a:lnTo>
                <a:lnTo>
                  <a:pt x="765390" y="532930"/>
                </a:lnTo>
                <a:lnTo>
                  <a:pt x="767257" y="531063"/>
                </a:lnTo>
                <a:lnTo>
                  <a:pt x="767715" y="529945"/>
                </a:lnTo>
                <a:lnTo>
                  <a:pt x="767715" y="527316"/>
                </a:lnTo>
                <a:close/>
              </a:path>
              <a:path w="767714" h="1438275">
                <a:moveTo>
                  <a:pt x="767715" y="479691"/>
                </a:moveTo>
                <a:lnTo>
                  <a:pt x="767257" y="478574"/>
                </a:lnTo>
                <a:lnTo>
                  <a:pt x="765390" y="476707"/>
                </a:lnTo>
                <a:lnTo>
                  <a:pt x="764273" y="476237"/>
                </a:lnTo>
                <a:lnTo>
                  <a:pt x="761644" y="476237"/>
                </a:lnTo>
                <a:lnTo>
                  <a:pt x="760526" y="476707"/>
                </a:lnTo>
                <a:lnTo>
                  <a:pt x="758659" y="478574"/>
                </a:lnTo>
                <a:lnTo>
                  <a:pt x="758190" y="479691"/>
                </a:lnTo>
                <a:lnTo>
                  <a:pt x="758190" y="482320"/>
                </a:lnTo>
                <a:lnTo>
                  <a:pt x="758659" y="483438"/>
                </a:lnTo>
                <a:lnTo>
                  <a:pt x="760526" y="485305"/>
                </a:lnTo>
                <a:lnTo>
                  <a:pt x="761644" y="485762"/>
                </a:lnTo>
                <a:lnTo>
                  <a:pt x="764273" y="485762"/>
                </a:lnTo>
                <a:lnTo>
                  <a:pt x="765390" y="485305"/>
                </a:lnTo>
                <a:lnTo>
                  <a:pt x="767257" y="483438"/>
                </a:lnTo>
                <a:lnTo>
                  <a:pt x="767715" y="482320"/>
                </a:lnTo>
                <a:lnTo>
                  <a:pt x="767715" y="479691"/>
                </a:lnTo>
                <a:close/>
              </a:path>
              <a:path w="767714" h="1438275">
                <a:moveTo>
                  <a:pt x="767715" y="432066"/>
                </a:moveTo>
                <a:lnTo>
                  <a:pt x="767257" y="430949"/>
                </a:lnTo>
                <a:lnTo>
                  <a:pt x="765390" y="429082"/>
                </a:lnTo>
                <a:lnTo>
                  <a:pt x="764273" y="428612"/>
                </a:lnTo>
                <a:lnTo>
                  <a:pt x="761644" y="428612"/>
                </a:lnTo>
                <a:lnTo>
                  <a:pt x="760526" y="429082"/>
                </a:lnTo>
                <a:lnTo>
                  <a:pt x="758659" y="430949"/>
                </a:lnTo>
                <a:lnTo>
                  <a:pt x="758190" y="432066"/>
                </a:lnTo>
                <a:lnTo>
                  <a:pt x="758190" y="434695"/>
                </a:lnTo>
                <a:lnTo>
                  <a:pt x="758659" y="435813"/>
                </a:lnTo>
                <a:lnTo>
                  <a:pt x="760526" y="437680"/>
                </a:lnTo>
                <a:lnTo>
                  <a:pt x="761644" y="438137"/>
                </a:lnTo>
                <a:lnTo>
                  <a:pt x="764273" y="438137"/>
                </a:lnTo>
                <a:lnTo>
                  <a:pt x="765390" y="437680"/>
                </a:lnTo>
                <a:lnTo>
                  <a:pt x="767257" y="435813"/>
                </a:lnTo>
                <a:lnTo>
                  <a:pt x="767715" y="434695"/>
                </a:lnTo>
                <a:lnTo>
                  <a:pt x="767715" y="432066"/>
                </a:lnTo>
                <a:close/>
              </a:path>
              <a:path w="767714" h="1438275">
                <a:moveTo>
                  <a:pt x="767715" y="384441"/>
                </a:moveTo>
                <a:lnTo>
                  <a:pt x="767257" y="383324"/>
                </a:lnTo>
                <a:lnTo>
                  <a:pt x="765390" y="381457"/>
                </a:lnTo>
                <a:lnTo>
                  <a:pt x="764273" y="380987"/>
                </a:lnTo>
                <a:lnTo>
                  <a:pt x="761644" y="380987"/>
                </a:lnTo>
                <a:lnTo>
                  <a:pt x="760526" y="381457"/>
                </a:lnTo>
                <a:lnTo>
                  <a:pt x="758659" y="383324"/>
                </a:lnTo>
                <a:lnTo>
                  <a:pt x="758190" y="384441"/>
                </a:lnTo>
                <a:lnTo>
                  <a:pt x="758190" y="387070"/>
                </a:lnTo>
                <a:lnTo>
                  <a:pt x="758659" y="388188"/>
                </a:lnTo>
                <a:lnTo>
                  <a:pt x="760526" y="390055"/>
                </a:lnTo>
                <a:lnTo>
                  <a:pt x="761644" y="390512"/>
                </a:lnTo>
                <a:lnTo>
                  <a:pt x="764273" y="390512"/>
                </a:lnTo>
                <a:lnTo>
                  <a:pt x="765390" y="390055"/>
                </a:lnTo>
                <a:lnTo>
                  <a:pt x="767257" y="388188"/>
                </a:lnTo>
                <a:lnTo>
                  <a:pt x="767715" y="387070"/>
                </a:lnTo>
                <a:lnTo>
                  <a:pt x="767715" y="384441"/>
                </a:lnTo>
                <a:close/>
              </a:path>
              <a:path w="767714" h="1438275">
                <a:moveTo>
                  <a:pt x="767715" y="336816"/>
                </a:moveTo>
                <a:lnTo>
                  <a:pt x="767257" y="335699"/>
                </a:lnTo>
                <a:lnTo>
                  <a:pt x="765390" y="333832"/>
                </a:lnTo>
                <a:lnTo>
                  <a:pt x="764273" y="333362"/>
                </a:lnTo>
                <a:lnTo>
                  <a:pt x="761644" y="333362"/>
                </a:lnTo>
                <a:lnTo>
                  <a:pt x="760526" y="333832"/>
                </a:lnTo>
                <a:lnTo>
                  <a:pt x="758659" y="335699"/>
                </a:lnTo>
                <a:lnTo>
                  <a:pt x="758190" y="336816"/>
                </a:lnTo>
                <a:lnTo>
                  <a:pt x="758190" y="339445"/>
                </a:lnTo>
                <a:lnTo>
                  <a:pt x="758659" y="340563"/>
                </a:lnTo>
                <a:lnTo>
                  <a:pt x="760526" y="342430"/>
                </a:lnTo>
                <a:lnTo>
                  <a:pt x="761644" y="342887"/>
                </a:lnTo>
                <a:lnTo>
                  <a:pt x="764273" y="342887"/>
                </a:lnTo>
                <a:lnTo>
                  <a:pt x="765390" y="342430"/>
                </a:lnTo>
                <a:lnTo>
                  <a:pt x="767257" y="340563"/>
                </a:lnTo>
                <a:lnTo>
                  <a:pt x="767715" y="339445"/>
                </a:lnTo>
                <a:lnTo>
                  <a:pt x="767715" y="336816"/>
                </a:lnTo>
                <a:close/>
              </a:path>
              <a:path w="767714" h="1438275">
                <a:moveTo>
                  <a:pt x="767715" y="289191"/>
                </a:moveTo>
                <a:lnTo>
                  <a:pt x="767257" y="288074"/>
                </a:lnTo>
                <a:lnTo>
                  <a:pt x="765390" y="286207"/>
                </a:lnTo>
                <a:lnTo>
                  <a:pt x="764273" y="285737"/>
                </a:lnTo>
                <a:lnTo>
                  <a:pt x="761644" y="285737"/>
                </a:lnTo>
                <a:lnTo>
                  <a:pt x="760526" y="286207"/>
                </a:lnTo>
                <a:lnTo>
                  <a:pt x="758659" y="288074"/>
                </a:lnTo>
                <a:lnTo>
                  <a:pt x="758190" y="289191"/>
                </a:lnTo>
                <a:lnTo>
                  <a:pt x="758190" y="291820"/>
                </a:lnTo>
                <a:lnTo>
                  <a:pt x="758659" y="292938"/>
                </a:lnTo>
                <a:lnTo>
                  <a:pt x="760526" y="294805"/>
                </a:lnTo>
                <a:lnTo>
                  <a:pt x="761644" y="295262"/>
                </a:lnTo>
                <a:lnTo>
                  <a:pt x="764273" y="295262"/>
                </a:lnTo>
                <a:lnTo>
                  <a:pt x="765390" y="294805"/>
                </a:lnTo>
                <a:lnTo>
                  <a:pt x="767257" y="292938"/>
                </a:lnTo>
                <a:lnTo>
                  <a:pt x="767715" y="291820"/>
                </a:lnTo>
                <a:lnTo>
                  <a:pt x="767715" y="289191"/>
                </a:lnTo>
                <a:close/>
              </a:path>
              <a:path w="767714" h="1438275">
                <a:moveTo>
                  <a:pt x="767715" y="241566"/>
                </a:moveTo>
                <a:lnTo>
                  <a:pt x="767257" y="240449"/>
                </a:lnTo>
                <a:lnTo>
                  <a:pt x="765390" y="238582"/>
                </a:lnTo>
                <a:lnTo>
                  <a:pt x="764273" y="238112"/>
                </a:lnTo>
                <a:lnTo>
                  <a:pt x="761644" y="238112"/>
                </a:lnTo>
                <a:lnTo>
                  <a:pt x="760526" y="238582"/>
                </a:lnTo>
                <a:lnTo>
                  <a:pt x="758659" y="240449"/>
                </a:lnTo>
                <a:lnTo>
                  <a:pt x="758190" y="241566"/>
                </a:lnTo>
                <a:lnTo>
                  <a:pt x="758190" y="244195"/>
                </a:lnTo>
                <a:lnTo>
                  <a:pt x="758659" y="245313"/>
                </a:lnTo>
                <a:lnTo>
                  <a:pt x="760526" y="247180"/>
                </a:lnTo>
                <a:lnTo>
                  <a:pt x="761644" y="247637"/>
                </a:lnTo>
                <a:lnTo>
                  <a:pt x="764273" y="247637"/>
                </a:lnTo>
                <a:lnTo>
                  <a:pt x="765390" y="247180"/>
                </a:lnTo>
                <a:lnTo>
                  <a:pt x="767257" y="245313"/>
                </a:lnTo>
                <a:lnTo>
                  <a:pt x="767715" y="244195"/>
                </a:lnTo>
                <a:lnTo>
                  <a:pt x="767715" y="241566"/>
                </a:lnTo>
                <a:close/>
              </a:path>
              <a:path w="767714" h="1438275">
                <a:moveTo>
                  <a:pt x="767715" y="193941"/>
                </a:moveTo>
                <a:lnTo>
                  <a:pt x="767257" y="192824"/>
                </a:lnTo>
                <a:lnTo>
                  <a:pt x="765390" y="190957"/>
                </a:lnTo>
                <a:lnTo>
                  <a:pt x="764273" y="190500"/>
                </a:lnTo>
                <a:lnTo>
                  <a:pt x="761644" y="190500"/>
                </a:lnTo>
                <a:lnTo>
                  <a:pt x="760526" y="190957"/>
                </a:lnTo>
                <a:lnTo>
                  <a:pt x="758659" y="192824"/>
                </a:lnTo>
                <a:lnTo>
                  <a:pt x="758190" y="193941"/>
                </a:lnTo>
                <a:lnTo>
                  <a:pt x="758190" y="196570"/>
                </a:lnTo>
                <a:lnTo>
                  <a:pt x="758659" y="197688"/>
                </a:lnTo>
                <a:lnTo>
                  <a:pt x="760526" y="199555"/>
                </a:lnTo>
                <a:lnTo>
                  <a:pt x="761644" y="200012"/>
                </a:lnTo>
                <a:lnTo>
                  <a:pt x="764273" y="200012"/>
                </a:lnTo>
                <a:lnTo>
                  <a:pt x="765390" y="199555"/>
                </a:lnTo>
                <a:lnTo>
                  <a:pt x="767257" y="197688"/>
                </a:lnTo>
                <a:lnTo>
                  <a:pt x="767715" y="196570"/>
                </a:lnTo>
                <a:lnTo>
                  <a:pt x="767715" y="193941"/>
                </a:lnTo>
                <a:close/>
              </a:path>
              <a:path w="767714" h="1438275">
                <a:moveTo>
                  <a:pt x="767715" y="146316"/>
                </a:moveTo>
                <a:lnTo>
                  <a:pt x="767257" y="145199"/>
                </a:lnTo>
                <a:lnTo>
                  <a:pt x="765390" y="143332"/>
                </a:lnTo>
                <a:lnTo>
                  <a:pt x="764273" y="142875"/>
                </a:lnTo>
                <a:lnTo>
                  <a:pt x="761644" y="142875"/>
                </a:lnTo>
                <a:lnTo>
                  <a:pt x="760526" y="143332"/>
                </a:lnTo>
                <a:lnTo>
                  <a:pt x="758659" y="145199"/>
                </a:lnTo>
                <a:lnTo>
                  <a:pt x="758190" y="146316"/>
                </a:lnTo>
                <a:lnTo>
                  <a:pt x="758190" y="148945"/>
                </a:lnTo>
                <a:lnTo>
                  <a:pt x="758659" y="150063"/>
                </a:lnTo>
                <a:lnTo>
                  <a:pt x="760526" y="151930"/>
                </a:lnTo>
                <a:lnTo>
                  <a:pt x="761644" y="152387"/>
                </a:lnTo>
                <a:lnTo>
                  <a:pt x="764273" y="152387"/>
                </a:lnTo>
                <a:lnTo>
                  <a:pt x="765390" y="151930"/>
                </a:lnTo>
                <a:lnTo>
                  <a:pt x="767257" y="150063"/>
                </a:lnTo>
                <a:lnTo>
                  <a:pt x="767715" y="148945"/>
                </a:lnTo>
                <a:lnTo>
                  <a:pt x="767715" y="146316"/>
                </a:lnTo>
                <a:close/>
              </a:path>
              <a:path w="767714" h="1438275">
                <a:moveTo>
                  <a:pt x="767715" y="98691"/>
                </a:moveTo>
                <a:lnTo>
                  <a:pt x="767257" y="97574"/>
                </a:lnTo>
                <a:lnTo>
                  <a:pt x="765390" y="95707"/>
                </a:lnTo>
                <a:lnTo>
                  <a:pt x="764273" y="95237"/>
                </a:lnTo>
                <a:lnTo>
                  <a:pt x="761644" y="95237"/>
                </a:lnTo>
                <a:lnTo>
                  <a:pt x="760526" y="95707"/>
                </a:lnTo>
                <a:lnTo>
                  <a:pt x="758659" y="97574"/>
                </a:lnTo>
                <a:lnTo>
                  <a:pt x="758190" y="98691"/>
                </a:lnTo>
                <a:lnTo>
                  <a:pt x="758190" y="101320"/>
                </a:lnTo>
                <a:lnTo>
                  <a:pt x="758659" y="102438"/>
                </a:lnTo>
                <a:lnTo>
                  <a:pt x="760526" y="104305"/>
                </a:lnTo>
                <a:lnTo>
                  <a:pt x="761644" y="104762"/>
                </a:lnTo>
                <a:lnTo>
                  <a:pt x="764273" y="104762"/>
                </a:lnTo>
                <a:lnTo>
                  <a:pt x="765390" y="104305"/>
                </a:lnTo>
                <a:lnTo>
                  <a:pt x="767257" y="102438"/>
                </a:lnTo>
                <a:lnTo>
                  <a:pt x="767715" y="101320"/>
                </a:lnTo>
                <a:lnTo>
                  <a:pt x="767715" y="98691"/>
                </a:lnTo>
                <a:close/>
              </a:path>
              <a:path w="767714" h="1438275">
                <a:moveTo>
                  <a:pt x="767715" y="51066"/>
                </a:moveTo>
                <a:lnTo>
                  <a:pt x="767257" y="49949"/>
                </a:lnTo>
                <a:lnTo>
                  <a:pt x="765390" y="48082"/>
                </a:lnTo>
                <a:lnTo>
                  <a:pt x="764273" y="47625"/>
                </a:lnTo>
                <a:lnTo>
                  <a:pt x="761644" y="47625"/>
                </a:lnTo>
                <a:lnTo>
                  <a:pt x="760526" y="48082"/>
                </a:lnTo>
                <a:lnTo>
                  <a:pt x="758659" y="49949"/>
                </a:lnTo>
                <a:lnTo>
                  <a:pt x="758190" y="51066"/>
                </a:lnTo>
                <a:lnTo>
                  <a:pt x="758190" y="53695"/>
                </a:lnTo>
                <a:lnTo>
                  <a:pt x="758659" y="54813"/>
                </a:lnTo>
                <a:lnTo>
                  <a:pt x="760526" y="56680"/>
                </a:lnTo>
                <a:lnTo>
                  <a:pt x="761644" y="57137"/>
                </a:lnTo>
                <a:lnTo>
                  <a:pt x="764273" y="57137"/>
                </a:lnTo>
                <a:lnTo>
                  <a:pt x="765390" y="56680"/>
                </a:lnTo>
                <a:lnTo>
                  <a:pt x="767257" y="54813"/>
                </a:lnTo>
                <a:lnTo>
                  <a:pt x="767715" y="53695"/>
                </a:lnTo>
                <a:lnTo>
                  <a:pt x="767715" y="51066"/>
                </a:lnTo>
                <a:close/>
              </a:path>
              <a:path w="767714" h="1438275">
                <a:moveTo>
                  <a:pt x="767715" y="3441"/>
                </a:moveTo>
                <a:lnTo>
                  <a:pt x="767257" y="2324"/>
                </a:lnTo>
                <a:lnTo>
                  <a:pt x="765390" y="457"/>
                </a:lnTo>
                <a:lnTo>
                  <a:pt x="764273" y="0"/>
                </a:lnTo>
                <a:lnTo>
                  <a:pt x="761644" y="0"/>
                </a:lnTo>
                <a:lnTo>
                  <a:pt x="760526" y="457"/>
                </a:lnTo>
                <a:lnTo>
                  <a:pt x="758659" y="2324"/>
                </a:lnTo>
                <a:lnTo>
                  <a:pt x="758190" y="3441"/>
                </a:lnTo>
                <a:lnTo>
                  <a:pt x="758190" y="6070"/>
                </a:lnTo>
                <a:lnTo>
                  <a:pt x="758659" y="7188"/>
                </a:lnTo>
                <a:lnTo>
                  <a:pt x="760526" y="9055"/>
                </a:lnTo>
                <a:lnTo>
                  <a:pt x="761644" y="9512"/>
                </a:lnTo>
                <a:lnTo>
                  <a:pt x="764273" y="9512"/>
                </a:lnTo>
                <a:lnTo>
                  <a:pt x="765390" y="9055"/>
                </a:lnTo>
                <a:lnTo>
                  <a:pt x="767257" y="7188"/>
                </a:lnTo>
                <a:lnTo>
                  <a:pt x="767715" y="6070"/>
                </a:lnTo>
                <a:lnTo>
                  <a:pt x="767715" y="3441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740572" y="3683000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794650" y="3664039"/>
            <a:ext cx="514350" cy="33782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25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10</a:t>
            </a:r>
            <a:endParaRPr sz="9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45"/>
              </a:spcBef>
            </a:pPr>
            <a:r>
              <a:rPr sz="900" spc="-40" dirty="0">
                <a:solidFill>
                  <a:srgbClr val="252423"/>
                </a:solidFill>
                <a:latin typeface="Trebuchet MS"/>
                <a:cs typeface="Trebuchet MS"/>
              </a:rPr>
              <a:t>Avg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252423"/>
                </a:solidFill>
                <a:latin typeface="Trebuchet MS"/>
                <a:cs typeface="Trebuchet MS"/>
              </a:rPr>
              <a:t>Salary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393813" y="2763502"/>
            <a:ext cx="139700" cy="3409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branch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675612" y="2287686"/>
            <a:ext cx="545465" cy="127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Civil</a:t>
            </a:r>
            <a:endParaRPr sz="900">
              <a:latin typeface="Segoe UI"/>
              <a:cs typeface="Segoe UI"/>
            </a:endParaRPr>
          </a:p>
          <a:p>
            <a:pPr marL="132715" marR="5080" indent="-120650" algn="r">
              <a:lnSpc>
                <a:spcPct val="1620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Electroni…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AI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&amp;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DS</a:t>
            </a:r>
            <a:endParaRPr sz="900">
              <a:latin typeface="Segoe UI"/>
              <a:cs typeface="Segoe UI"/>
            </a:endParaRPr>
          </a:p>
          <a:p>
            <a:pPr marL="15240" marR="5080" indent="26034" algn="just">
              <a:lnSpc>
                <a:spcPct val="1620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Comput… Mechani… Informat…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293744" y="1737359"/>
            <a:ext cx="4981575" cy="2566670"/>
            <a:chOff x="3293744" y="1737359"/>
            <a:chExt cx="4981575" cy="2566670"/>
          </a:xfrm>
        </p:grpSpPr>
        <p:sp>
          <p:nvSpPr>
            <p:cNvPr id="60" name="object 60"/>
            <p:cNvSpPr/>
            <p:nvPr/>
          </p:nvSpPr>
          <p:spPr>
            <a:xfrm>
              <a:off x="3293732" y="2289174"/>
              <a:ext cx="1458595" cy="1283970"/>
            </a:xfrm>
            <a:custGeom>
              <a:avLst/>
              <a:gdLst/>
              <a:ahLst/>
              <a:cxnLst/>
              <a:rect l="l" t="t" r="r" b="b"/>
              <a:pathLst>
                <a:path w="1458595" h="1283970">
                  <a:moveTo>
                    <a:pt x="1405013" y="1111250"/>
                  </a:moveTo>
                  <a:lnTo>
                    <a:pt x="0" y="1111250"/>
                  </a:lnTo>
                  <a:lnTo>
                    <a:pt x="0" y="1283830"/>
                  </a:lnTo>
                  <a:lnTo>
                    <a:pt x="1405013" y="1283830"/>
                  </a:lnTo>
                  <a:lnTo>
                    <a:pt x="1405013" y="1111250"/>
                  </a:lnTo>
                  <a:close/>
                </a:path>
                <a:path w="1458595" h="1283970">
                  <a:moveTo>
                    <a:pt x="1430464" y="889000"/>
                  </a:moveTo>
                  <a:lnTo>
                    <a:pt x="0" y="889000"/>
                  </a:lnTo>
                  <a:lnTo>
                    <a:pt x="0" y="1061580"/>
                  </a:lnTo>
                  <a:lnTo>
                    <a:pt x="1430464" y="1061580"/>
                  </a:lnTo>
                  <a:lnTo>
                    <a:pt x="1430464" y="889000"/>
                  </a:lnTo>
                  <a:close/>
                </a:path>
                <a:path w="1458595" h="1283970">
                  <a:moveTo>
                    <a:pt x="1433118" y="666750"/>
                  </a:moveTo>
                  <a:lnTo>
                    <a:pt x="0" y="666750"/>
                  </a:lnTo>
                  <a:lnTo>
                    <a:pt x="0" y="839330"/>
                  </a:lnTo>
                  <a:lnTo>
                    <a:pt x="1433118" y="839330"/>
                  </a:lnTo>
                  <a:lnTo>
                    <a:pt x="1433118" y="666750"/>
                  </a:lnTo>
                  <a:close/>
                </a:path>
                <a:path w="1458595" h="1283970">
                  <a:moveTo>
                    <a:pt x="1435150" y="444500"/>
                  </a:moveTo>
                  <a:lnTo>
                    <a:pt x="0" y="444500"/>
                  </a:lnTo>
                  <a:lnTo>
                    <a:pt x="0" y="617080"/>
                  </a:lnTo>
                  <a:lnTo>
                    <a:pt x="1435150" y="617080"/>
                  </a:lnTo>
                  <a:lnTo>
                    <a:pt x="1435150" y="444500"/>
                  </a:lnTo>
                  <a:close/>
                </a:path>
                <a:path w="1458595" h="1283970">
                  <a:moveTo>
                    <a:pt x="1449882" y="222250"/>
                  </a:moveTo>
                  <a:lnTo>
                    <a:pt x="0" y="222250"/>
                  </a:lnTo>
                  <a:lnTo>
                    <a:pt x="0" y="394830"/>
                  </a:lnTo>
                  <a:lnTo>
                    <a:pt x="1449882" y="394830"/>
                  </a:lnTo>
                  <a:lnTo>
                    <a:pt x="1449882" y="222250"/>
                  </a:lnTo>
                  <a:close/>
                </a:path>
                <a:path w="1458595" h="1283970">
                  <a:moveTo>
                    <a:pt x="1458137" y="0"/>
                  </a:moveTo>
                  <a:lnTo>
                    <a:pt x="0" y="0"/>
                  </a:lnTo>
                  <a:lnTo>
                    <a:pt x="0" y="172580"/>
                  </a:lnTo>
                  <a:lnTo>
                    <a:pt x="1458137" y="172580"/>
                  </a:lnTo>
                  <a:lnTo>
                    <a:pt x="1458137" y="0"/>
                  </a:lnTo>
                  <a:close/>
                </a:path>
              </a:pathLst>
            </a:custGeom>
            <a:solidFill>
              <a:srgbClr val="FF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51703" y="1737359"/>
              <a:ext cx="3023870" cy="2566670"/>
            </a:xfrm>
            <a:custGeom>
              <a:avLst/>
              <a:gdLst/>
              <a:ahLst/>
              <a:cxnLst/>
              <a:rect l="l" t="t" r="r" b="b"/>
              <a:pathLst>
                <a:path w="3023870" h="2566670">
                  <a:moveTo>
                    <a:pt x="3023615" y="2566415"/>
                  </a:moveTo>
                  <a:lnTo>
                    <a:pt x="0" y="2566415"/>
                  </a:lnTo>
                  <a:lnTo>
                    <a:pt x="0" y="0"/>
                  </a:lnTo>
                  <a:lnTo>
                    <a:pt x="3023615" y="0"/>
                  </a:lnTo>
                  <a:lnTo>
                    <a:pt x="3023615" y="91439"/>
                  </a:lnTo>
                  <a:lnTo>
                    <a:pt x="234695" y="91439"/>
                  </a:lnTo>
                  <a:lnTo>
                    <a:pt x="220621" y="92119"/>
                  </a:lnTo>
                  <a:lnTo>
                    <a:pt x="180019" y="102315"/>
                  </a:lnTo>
                  <a:lnTo>
                    <a:pt x="144100" y="123815"/>
                  </a:lnTo>
                  <a:lnTo>
                    <a:pt x="115877" y="154922"/>
                  </a:lnTo>
                  <a:lnTo>
                    <a:pt x="97938" y="192902"/>
                  </a:lnTo>
                  <a:lnTo>
                    <a:pt x="91820" y="234314"/>
                  </a:lnTo>
                  <a:lnTo>
                    <a:pt x="91820" y="2196464"/>
                  </a:lnTo>
                  <a:lnTo>
                    <a:pt x="97938" y="2237877"/>
                  </a:lnTo>
                  <a:lnTo>
                    <a:pt x="115877" y="2275856"/>
                  </a:lnTo>
                  <a:lnTo>
                    <a:pt x="144100" y="2306964"/>
                  </a:lnTo>
                  <a:lnTo>
                    <a:pt x="180019" y="2328463"/>
                  </a:lnTo>
                  <a:lnTo>
                    <a:pt x="220621" y="2338660"/>
                  </a:lnTo>
                  <a:lnTo>
                    <a:pt x="234695" y="2339339"/>
                  </a:lnTo>
                  <a:lnTo>
                    <a:pt x="3023615" y="2339339"/>
                  </a:lnTo>
                  <a:lnTo>
                    <a:pt x="3023615" y="2566415"/>
                  </a:lnTo>
                  <a:close/>
                </a:path>
                <a:path w="3023870" h="2566670">
                  <a:moveTo>
                    <a:pt x="3023615" y="2339339"/>
                  </a:moveTo>
                  <a:lnTo>
                    <a:pt x="2654045" y="2339339"/>
                  </a:lnTo>
                  <a:lnTo>
                    <a:pt x="2668120" y="2338660"/>
                  </a:lnTo>
                  <a:lnTo>
                    <a:pt x="2681924" y="2336620"/>
                  </a:lnTo>
                  <a:lnTo>
                    <a:pt x="2721464" y="2322449"/>
                  </a:lnTo>
                  <a:lnTo>
                    <a:pt x="2755073" y="2297492"/>
                  </a:lnTo>
                  <a:lnTo>
                    <a:pt x="2780030" y="2263883"/>
                  </a:lnTo>
                  <a:lnTo>
                    <a:pt x="2794201" y="2224343"/>
                  </a:lnTo>
                  <a:lnTo>
                    <a:pt x="2796920" y="2196464"/>
                  </a:lnTo>
                  <a:lnTo>
                    <a:pt x="2796920" y="234314"/>
                  </a:lnTo>
                  <a:lnTo>
                    <a:pt x="2790802" y="192902"/>
                  </a:lnTo>
                  <a:lnTo>
                    <a:pt x="2772863" y="154922"/>
                  </a:lnTo>
                  <a:lnTo>
                    <a:pt x="2744640" y="123815"/>
                  </a:lnTo>
                  <a:lnTo>
                    <a:pt x="2708720" y="102315"/>
                  </a:lnTo>
                  <a:lnTo>
                    <a:pt x="2668120" y="92119"/>
                  </a:lnTo>
                  <a:lnTo>
                    <a:pt x="2654045" y="91439"/>
                  </a:lnTo>
                  <a:lnTo>
                    <a:pt x="3023615" y="91439"/>
                  </a:lnTo>
                  <a:lnTo>
                    <a:pt x="3023615" y="2339339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353049" y="1838324"/>
              <a:ext cx="2686050" cy="2228850"/>
            </a:xfrm>
            <a:custGeom>
              <a:avLst/>
              <a:gdLst/>
              <a:ahLst/>
              <a:cxnLst/>
              <a:rect l="l" t="t" r="r" b="b"/>
              <a:pathLst>
                <a:path w="2686050" h="2228850">
                  <a:moveTo>
                    <a:pt x="2552699" y="2228849"/>
                  </a:moveTo>
                  <a:lnTo>
                    <a:pt x="133349" y="2228849"/>
                  </a:lnTo>
                  <a:lnTo>
                    <a:pt x="126798" y="2228689"/>
                  </a:lnTo>
                  <a:lnTo>
                    <a:pt x="88432" y="2221058"/>
                  </a:lnTo>
                  <a:lnTo>
                    <a:pt x="53906" y="2202603"/>
                  </a:lnTo>
                  <a:lnTo>
                    <a:pt x="26246" y="2174943"/>
                  </a:lnTo>
                  <a:lnTo>
                    <a:pt x="7791" y="2140416"/>
                  </a:lnTo>
                  <a:lnTo>
                    <a:pt x="160" y="2102050"/>
                  </a:lnTo>
                  <a:lnTo>
                    <a:pt x="0" y="2095499"/>
                  </a:lnTo>
                  <a:lnTo>
                    <a:pt x="0" y="133349"/>
                  </a:lnTo>
                  <a:lnTo>
                    <a:pt x="5740" y="94640"/>
                  </a:lnTo>
                  <a:lnTo>
                    <a:pt x="22473" y="59264"/>
                  </a:lnTo>
                  <a:lnTo>
                    <a:pt x="48752" y="30267"/>
                  </a:lnTo>
                  <a:lnTo>
                    <a:pt x="82319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2552699" y="0"/>
                  </a:lnTo>
                  <a:lnTo>
                    <a:pt x="2591409" y="5740"/>
                  </a:lnTo>
                  <a:lnTo>
                    <a:pt x="2626784" y="22473"/>
                  </a:lnTo>
                  <a:lnTo>
                    <a:pt x="2655781" y="48752"/>
                  </a:lnTo>
                  <a:lnTo>
                    <a:pt x="2675898" y="82319"/>
                  </a:lnTo>
                  <a:lnTo>
                    <a:pt x="2685409" y="120279"/>
                  </a:lnTo>
                  <a:lnTo>
                    <a:pt x="2686049" y="133349"/>
                  </a:lnTo>
                  <a:lnTo>
                    <a:pt x="2686049" y="2095499"/>
                  </a:lnTo>
                  <a:lnTo>
                    <a:pt x="2680308" y="2134209"/>
                  </a:lnTo>
                  <a:lnTo>
                    <a:pt x="2663575" y="2169584"/>
                  </a:lnTo>
                  <a:lnTo>
                    <a:pt x="2637296" y="2198581"/>
                  </a:lnTo>
                  <a:lnTo>
                    <a:pt x="2603730" y="2218699"/>
                  </a:lnTo>
                  <a:lnTo>
                    <a:pt x="2565770" y="2228209"/>
                  </a:lnTo>
                  <a:lnTo>
                    <a:pt x="2552699" y="2228849"/>
                  </a:lnTo>
                  <a:close/>
                </a:path>
              </a:pathLst>
            </a:custGeom>
            <a:solidFill>
              <a:srgbClr val="FFFFFF">
                <a:alpha val="968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353049" y="1838324"/>
              <a:ext cx="2686050" cy="2228850"/>
            </a:xfrm>
            <a:custGeom>
              <a:avLst/>
              <a:gdLst/>
              <a:ahLst/>
              <a:cxnLst/>
              <a:rect l="l" t="t" r="r" b="b"/>
              <a:pathLst>
                <a:path w="2686050" h="2228850">
                  <a:moveTo>
                    <a:pt x="0" y="2095499"/>
                  </a:move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2552699" y="0"/>
                  </a:lnTo>
                  <a:lnTo>
                    <a:pt x="2591409" y="5740"/>
                  </a:lnTo>
                  <a:lnTo>
                    <a:pt x="2626784" y="22473"/>
                  </a:lnTo>
                  <a:lnTo>
                    <a:pt x="2655781" y="48752"/>
                  </a:lnTo>
                  <a:lnTo>
                    <a:pt x="2675898" y="82319"/>
                  </a:lnTo>
                  <a:lnTo>
                    <a:pt x="2685409" y="120279"/>
                  </a:lnTo>
                  <a:lnTo>
                    <a:pt x="2686049" y="133349"/>
                  </a:lnTo>
                  <a:lnTo>
                    <a:pt x="2686049" y="2095499"/>
                  </a:lnTo>
                  <a:lnTo>
                    <a:pt x="2680308" y="2134209"/>
                  </a:lnTo>
                  <a:lnTo>
                    <a:pt x="2663575" y="2169584"/>
                  </a:lnTo>
                  <a:lnTo>
                    <a:pt x="2637296" y="2198581"/>
                  </a:lnTo>
                  <a:lnTo>
                    <a:pt x="2603730" y="2218699"/>
                  </a:lnTo>
                  <a:lnTo>
                    <a:pt x="2565770" y="2228209"/>
                  </a:lnTo>
                  <a:lnTo>
                    <a:pt x="2552699" y="2228849"/>
                  </a:lnTo>
                  <a:lnTo>
                    <a:pt x="133349" y="2228849"/>
                  </a:lnTo>
                  <a:lnTo>
                    <a:pt x="94640" y="2223109"/>
                  </a:lnTo>
                  <a:lnTo>
                    <a:pt x="59264" y="2206376"/>
                  </a:lnTo>
                  <a:lnTo>
                    <a:pt x="30267" y="2180097"/>
                  </a:lnTo>
                  <a:lnTo>
                    <a:pt x="10150" y="2146530"/>
                  </a:lnTo>
                  <a:lnTo>
                    <a:pt x="640" y="2108570"/>
                  </a:lnTo>
                  <a:lnTo>
                    <a:pt x="0" y="2095499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5445124" y="1857438"/>
            <a:ext cx="22371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Placement</a:t>
            </a:r>
            <a:r>
              <a:rPr sz="1400" spc="-6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Rate</a:t>
            </a:r>
            <a:r>
              <a:rPr sz="1400" spc="-6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by</a:t>
            </a:r>
            <a:r>
              <a:rPr sz="1400" spc="-6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college_tier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5908345" y="2205049"/>
            <a:ext cx="2009775" cy="1438275"/>
          </a:xfrm>
          <a:custGeom>
            <a:avLst/>
            <a:gdLst/>
            <a:ahLst/>
            <a:cxnLst/>
            <a:rect l="l" t="t" r="r" b="b"/>
            <a:pathLst>
              <a:path w="2009775" h="1438275">
                <a:moveTo>
                  <a:pt x="9525" y="1427429"/>
                </a:moveTo>
                <a:lnTo>
                  <a:pt x="9067" y="1426311"/>
                </a:lnTo>
                <a:lnTo>
                  <a:pt x="7200" y="1424444"/>
                </a:lnTo>
                <a:lnTo>
                  <a:pt x="6083" y="1423974"/>
                </a:lnTo>
                <a:lnTo>
                  <a:pt x="3454" y="1423974"/>
                </a:lnTo>
                <a:lnTo>
                  <a:pt x="2336" y="1424444"/>
                </a:lnTo>
                <a:lnTo>
                  <a:pt x="469" y="1426311"/>
                </a:lnTo>
                <a:lnTo>
                  <a:pt x="0" y="1427429"/>
                </a:lnTo>
                <a:lnTo>
                  <a:pt x="0" y="1430058"/>
                </a:lnTo>
                <a:lnTo>
                  <a:pt x="469" y="1431175"/>
                </a:lnTo>
                <a:lnTo>
                  <a:pt x="2336" y="1433042"/>
                </a:lnTo>
                <a:lnTo>
                  <a:pt x="3454" y="1433499"/>
                </a:lnTo>
                <a:lnTo>
                  <a:pt x="6083" y="1433499"/>
                </a:lnTo>
                <a:lnTo>
                  <a:pt x="7200" y="1433042"/>
                </a:lnTo>
                <a:lnTo>
                  <a:pt x="9067" y="1431175"/>
                </a:lnTo>
                <a:lnTo>
                  <a:pt x="9525" y="1430058"/>
                </a:lnTo>
                <a:lnTo>
                  <a:pt x="9525" y="1427429"/>
                </a:lnTo>
                <a:close/>
              </a:path>
              <a:path w="2009775" h="1438275">
                <a:moveTo>
                  <a:pt x="9525" y="717816"/>
                </a:moveTo>
                <a:lnTo>
                  <a:pt x="9067" y="716699"/>
                </a:lnTo>
                <a:lnTo>
                  <a:pt x="7200" y="714832"/>
                </a:lnTo>
                <a:lnTo>
                  <a:pt x="6083" y="714362"/>
                </a:lnTo>
                <a:lnTo>
                  <a:pt x="3454" y="714362"/>
                </a:lnTo>
                <a:lnTo>
                  <a:pt x="2336" y="714832"/>
                </a:lnTo>
                <a:lnTo>
                  <a:pt x="469" y="716699"/>
                </a:lnTo>
                <a:lnTo>
                  <a:pt x="0" y="717816"/>
                </a:lnTo>
                <a:lnTo>
                  <a:pt x="0" y="720445"/>
                </a:lnTo>
                <a:lnTo>
                  <a:pt x="469" y="721563"/>
                </a:lnTo>
                <a:lnTo>
                  <a:pt x="2336" y="723430"/>
                </a:lnTo>
                <a:lnTo>
                  <a:pt x="3454" y="723887"/>
                </a:lnTo>
                <a:lnTo>
                  <a:pt x="6083" y="723887"/>
                </a:lnTo>
                <a:lnTo>
                  <a:pt x="7200" y="723430"/>
                </a:lnTo>
                <a:lnTo>
                  <a:pt x="9067" y="721563"/>
                </a:lnTo>
                <a:lnTo>
                  <a:pt x="9525" y="720445"/>
                </a:lnTo>
                <a:lnTo>
                  <a:pt x="9525" y="717816"/>
                </a:lnTo>
                <a:close/>
              </a:path>
              <a:path w="2009775" h="1438275">
                <a:moveTo>
                  <a:pt x="9525" y="8204"/>
                </a:moveTo>
                <a:lnTo>
                  <a:pt x="9067" y="7086"/>
                </a:lnTo>
                <a:lnTo>
                  <a:pt x="7200" y="5219"/>
                </a:lnTo>
                <a:lnTo>
                  <a:pt x="6083" y="4749"/>
                </a:lnTo>
                <a:lnTo>
                  <a:pt x="3454" y="4749"/>
                </a:lnTo>
                <a:lnTo>
                  <a:pt x="2336" y="5219"/>
                </a:lnTo>
                <a:lnTo>
                  <a:pt x="469" y="7086"/>
                </a:lnTo>
                <a:lnTo>
                  <a:pt x="0" y="8204"/>
                </a:lnTo>
                <a:lnTo>
                  <a:pt x="0" y="10833"/>
                </a:lnTo>
                <a:lnTo>
                  <a:pt x="469" y="11950"/>
                </a:lnTo>
                <a:lnTo>
                  <a:pt x="2336" y="13817"/>
                </a:lnTo>
                <a:lnTo>
                  <a:pt x="3454" y="14274"/>
                </a:lnTo>
                <a:lnTo>
                  <a:pt x="6083" y="14274"/>
                </a:lnTo>
                <a:lnTo>
                  <a:pt x="7200" y="13817"/>
                </a:lnTo>
                <a:lnTo>
                  <a:pt x="9067" y="11950"/>
                </a:lnTo>
                <a:lnTo>
                  <a:pt x="9525" y="10833"/>
                </a:lnTo>
                <a:lnTo>
                  <a:pt x="9525" y="8204"/>
                </a:lnTo>
                <a:close/>
              </a:path>
              <a:path w="2009775" h="1438275">
                <a:moveTo>
                  <a:pt x="57150" y="1427429"/>
                </a:moveTo>
                <a:lnTo>
                  <a:pt x="56692" y="1426311"/>
                </a:lnTo>
                <a:lnTo>
                  <a:pt x="54825" y="1424444"/>
                </a:lnTo>
                <a:lnTo>
                  <a:pt x="53708" y="1423974"/>
                </a:lnTo>
                <a:lnTo>
                  <a:pt x="51079" y="1423974"/>
                </a:lnTo>
                <a:lnTo>
                  <a:pt x="49961" y="1424444"/>
                </a:lnTo>
                <a:lnTo>
                  <a:pt x="48094" y="1426311"/>
                </a:lnTo>
                <a:lnTo>
                  <a:pt x="47625" y="1427429"/>
                </a:lnTo>
                <a:lnTo>
                  <a:pt x="47625" y="1430058"/>
                </a:lnTo>
                <a:lnTo>
                  <a:pt x="48094" y="1431175"/>
                </a:lnTo>
                <a:lnTo>
                  <a:pt x="49961" y="1433042"/>
                </a:lnTo>
                <a:lnTo>
                  <a:pt x="51079" y="1433499"/>
                </a:lnTo>
                <a:lnTo>
                  <a:pt x="53708" y="1433499"/>
                </a:lnTo>
                <a:lnTo>
                  <a:pt x="54825" y="1433042"/>
                </a:lnTo>
                <a:lnTo>
                  <a:pt x="56692" y="1431175"/>
                </a:lnTo>
                <a:lnTo>
                  <a:pt x="57150" y="1430058"/>
                </a:lnTo>
                <a:lnTo>
                  <a:pt x="57150" y="1427429"/>
                </a:lnTo>
                <a:close/>
              </a:path>
              <a:path w="2009775" h="1438275">
                <a:moveTo>
                  <a:pt x="57150" y="717816"/>
                </a:moveTo>
                <a:lnTo>
                  <a:pt x="56692" y="716699"/>
                </a:lnTo>
                <a:lnTo>
                  <a:pt x="54825" y="714832"/>
                </a:lnTo>
                <a:lnTo>
                  <a:pt x="53708" y="714362"/>
                </a:lnTo>
                <a:lnTo>
                  <a:pt x="51079" y="714362"/>
                </a:lnTo>
                <a:lnTo>
                  <a:pt x="49961" y="714832"/>
                </a:lnTo>
                <a:lnTo>
                  <a:pt x="48094" y="716699"/>
                </a:lnTo>
                <a:lnTo>
                  <a:pt x="47625" y="717816"/>
                </a:lnTo>
                <a:lnTo>
                  <a:pt x="47625" y="720445"/>
                </a:lnTo>
                <a:lnTo>
                  <a:pt x="48094" y="721563"/>
                </a:lnTo>
                <a:lnTo>
                  <a:pt x="49961" y="723430"/>
                </a:lnTo>
                <a:lnTo>
                  <a:pt x="51079" y="723887"/>
                </a:lnTo>
                <a:lnTo>
                  <a:pt x="53708" y="723887"/>
                </a:lnTo>
                <a:lnTo>
                  <a:pt x="54825" y="723430"/>
                </a:lnTo>
                <a:lnTo>
                  <a:pt x="56692" y="721563"/>
                </a:lnTo>
                <a:lnTo>
                  <a:pt x="57150" y="720445"/>
                </a:lnTo>
                <a:lnTo>
                  <a:pt x="57150" y="717816"/>
                </a:lnTo>
                <a:close/>
              </a:path>
              <a:path w="2009775" h="1438275">
                <a:moveTo>
                  <a:pt x="57150" y="8204"/>
                </a:moveTo>
                <a:lnTo>
                  <a:pt x="56692" y="7086"/>
                </a:lnTo>
                <a:lnTo>
                  <a:pt x="54825" y="5219"/>
                </a:lnTo>
                <a:lnTo>
                  <a:pt x="53708" y="4749"/>
                </a:lnTo>
                <a:lnTo>
                  <a:pt x="51079" y="4749"/>
                </a:lnTo>
                <a:lnTo>
                  <a:pt x="49961" y="5219"/>
                </a:lnTo>
                <a:lnTo>
                  <a:pt x="48094" y="7086"/>
                </a:lnTo>
                <a:lnTo>
                  <a:pt x="47625" y="8204"/>
                </a:lnTo>
                <a:lnTo>
                  <a:pt x="47625" y="10833"/>
                </a:lnTo>
                <a:lnTo>
                  <a:pt x="48094" y="11950"/>
                </a:lnTo>
                <a:lnTo>
                  <a:pt x="49961" y="13817"/>
                </a:lnTo>
                <a:lnTo>
                  <a:pt x="51079" y="14274"/>
                </a:lnTo>
                <a:lnTo>
                  <a:pt x="53708" y="14274"/>
                </a:lnTo>
                <a:lnTo>
                  <a:pt x="54825" y="13817"/>
                </a:lnTo>
                <a:lnTo>
                  <a:pt x="56692" y="11950"/>
                </a:lnTo>
                <a:lnTo>
                  <a:pt x="57150" y="10833"/>
                </a:lnTo>
                <a:lnTo>
                  <a:pt x="57150" y="8204"/>
                </a:lnTo>
                <a:close/>
              </a:path>
              <a:path w="2009775" h="1438275">
                <a:moveTo>
                  <a:pt x="104775" y="1427429"/>
                </a:moveTo>
                <a:lnTo>
                  <a:pt x="104317" y="1426311"/>
                </a:lnTo>
                <a:lnTo>
                  <a:pt x="102450" y="1424444"/>
                </a:lnTo>
                <a:lnTo>
                  <a:pt x="101333" y="1423974"/>
                </a:lnTo>
                <a:lnTo>
                  <a:pt x="98704" y="1423974"/>
                </a:lnTo>
                <a:lnTo>
                  <a:pt x="97586" y="1424444"/>
                </a:lnTo>
                <a:lnTo>
                  <a:pt x="95719" y="1426311"/>
                </a:lnTo>
                <a:lnTo>
                  <a:pt x="95250" y="1427429"/>
                </a:lnTo>
                <a:lnTo>
                  <a:pt x="95250" y="1430058"/>
                </a:lnTo>
                <a:lnTo>
                  <a:pt x="95719" y="1431175"/>
                </a:lnTo>
                <a:lnTo>
                  <a:pt x="97586" y="1433042"/>
                </a:lnTo>
                <a:lnTo>
                  <a:pt x="98704" y="1433499"/>
                </a:lnTo>
                <a:lnTo>
                  <a:pt x="101333" y="1433499"/>
                </a:lnTo>
                <a:lnTo>
                  <a:pt x="102450" y="1433042"/>
                </a:lnTo>
                <a:lnTo>
                  <a:pt x="104317" y="1431175"/>
                </a:lnTo>
                <a:lnTo>
                  <a:pt x="104775" y="1430058"/>
                </a:lnTo>
                <a:lnTo>
                  <a:pt x="104775" y="1427429"/>
                </a:lnTo>
                <a:close/>
              </a:path>
              <a:path w="2009775" h="1438275">
                <a:moveTo>
                  <a:pt x="104775" y="717816"/>
                </a:moveTo>
                <a:lnTo>
                  <a:pt x="104317" y="716699"/>
                </a:lnTo>
                <a:lnTo>
                  <a:pt x="102450" y="714832"/>
                </a:lnTo>
                <a:lnTo>
                  <a:pt x="101333" y="714362"/>
                </a:lnTo>
                <a:lnTo>
                  <a:pt x="98704" y="714362"/>
                </a:lnTo>
                <a:lnTo>
                  <a:pt x="97586" y="714832"/>
                </a:lnTo>
                <a:lnTo>
                  <a:pt x="95719" y="716699"/>
                </a:lnTo>
                <a:lnTo>
                  <a:pt x="95250" y="717816"/>
                </a:lnTo>
                <a:lnTo>
                  <a:pt x="95250" y="720445"/>
                </a:lnTo>
                <a:lnTo>
                  <a:pt x="95719" y="721563"/>
                </a:lnTo>
                <a:lnTo>
                  <a:pt x="97586" y="723430"/>
                </a:lnTo>
                <a:lnTo>
                  <a:pt x="98704" y="723887"/>
                </a:lnTo>
                <a:lnTo>
                  <a:pt x="101333" y="723887"/>
                </a:lnTo>
                <a:lnTo>
                  <a:pt x="102450" y="723430"/>
                </a:lnTo>
                <a:lnTo>
                  <a:pt x="104317" y="721563"/>
                </a:lnTo>
                <a:lnTo>
                  <a:pt x="104775" y="720445"/>
                </a:lnTo>
                <a:lnTo>
                  <a:pt x="104775" y="717816"/>
                </a:lnTo>
                <a:close/>
              </a:path>
              <a:path w="2009775" h="1438275">
                <a:moveTo>
                  <a:pt x="104775" y="8204"/>
                </a:moveTo>
                <a:lnTo>
                  <a:pt x="104317" y="7086"/>
                </a:lnTo>
                <a:lnTo>
                  <a:pt x="102450" y="5219"/>
                </a:lnTo>
                <a:lnTo>
                  <a:pt x="101333" y="4749"/>
                </a:lnTo>
                <a:lnTo>
                  <a:pt x="98704" y="4749"/>
                </a:lnTo>
                <a:lnTo>
                  <a:pt x="97586" y="5219"/>
                </a:lnTo>
                <a:lnTo>
                  <a:pt x="95719" y="7086"/>
                </a:lnTo>
                <a:lnTo>
                  <a:pt x="95250" y="8204"/>
                </a:lnTo>
                <a:lnTo>
                  <a:pt x="95250" y="10833"/>
                </a:lnTo>
                <a:lnTo>
                  <a:pt x="95719" y="11950"/>
                </a:lnTo>
                <a:lnTo>
                  <a:pt x="97586" y="13817"/>
                </a:lnTo>
                <a:lnTo>
                  <a:pt x="98704" y="14274"/>
                </a:lnTo>
                <a:lnTo>
                  <a:pt x="101333" y="14274"/>
                </a:lnTo>
                <a:lnTo>
                  <a:pt x="102450" y="13817"/>
                </a:lnTo>
                <a:lnTo>
                  <a:pt x="104317" y="11950"/>
                </a:lnTo>
                <a:lnTo>
                  <a:pt x="104775" y="10833"/>
                </a:lnTo>
                <a:lnTo>
                  <a:pt x="104775" y="8204"/>
                </a:lnTo>
                <a:close/>
              </a:path>
              <a:path w="2009775" h="1438275">
                <a:moveTo>
                  <a:pt x="152400" y="1427429"/>
                </a:moveTo>
                <a:lnTo>
                  <a:pt x="151942" y="1426311"/>
                </a:lnTo>
                <a:lnTo>
                  <a:pt x="150075" y="1424444"/>
                </a:lnTo>
                <a:lnTo>
                  <a:pt x="148958" y="1423974"/>
                </a:lnTo>
                <a:lnTo>
                  <a:pt x="146329" y="1423974"/>
                </a:lnTo>
                <a:lnTo>
                  <a:pt x="145211" y="1424444"/>
                </a:lnTo>
                <a:lnTo>
                  <a:pt x="143344" y="1426311"/>
                </a:lnTo>
                <a:lnTo>
                  <a:pt x="142875" y="1427429"/>
                </a:lnTo>
                <a:lnTo>
                  <a:pt x="142875" y="1430058"/>
                </a:lnTo>
                <a:lnTo>
                  <a:pt x="143344" y="1431175"/>
                </a:lnTo>
                <a:lnTo>
                  <a:pt x="145211" y="1433042"/>
                </a:lnTo>
                <a:lnTo>
                  <a:pt x="146329" y="1433499"/>
                </a:lnTo>
                <a:lnTo>
                  <a:pt x="148958" y="1433499"/>
                </a:lnTo>
                <a:lnTo>
                  <a:pt x="150075" y="1433042"/>
                </a:lnTo>
                <a:lnTo>
                  <a:pt x="151942" y="1431175"/>
                </a:lnTo>
                <a:lnTo>
                  <a:pt x="152400" y="1430058"/>
                </a:lnTo>
                <a:lnTo>
                  <a:pt x="152400" y="1427429"/>
                </a:lnTo>
                <a:close/>
              </a:path>
              <a:path w="2009775" h="1438275">
                <a:moveTo>
                  <a:pt x="152400" y="717816"/>
                </a:moveTo>
                <a:lnTo>
                  <a:pt x="151942" y="716699"/>
                </a:lnTo>
                <a:lnTo>
                  <a:pt x="150075" y="714832"/>
                </a:lnTo>
                <a:lnTo>
                  <a:pt x="148958" y="714362"/>
                </a:lnTo>
                <a:lnTo>
                  <a:pt x="146329" y="714362"/>
                </a:lnTo>
                <a:lnTo>
                  <a:pt x="145211" y="714832"/>
                </a:lnTo>
                <a:lnTo>
                  <a:pt x="143344" y="716699"/>
                </a:lnTo>
                <a:lnTo>
                  <a:pt x="142875" y="717816"/>
                </a:lnTo>
                <a:lnTo>
                  <a:pt x="142875" y="720445"/>
                </a:lnTo>
                <a:lnTo>
                  <a:pt x="143344" y="721563"/>
                </a:lnTo>
                <a:lnTo>
                  <a:pt x="145211" y="723430"/>
                </a:lnTo>
                <a:lnTo>
                  <a:pt x="146329" y="723887"/>
                </a:lnTo>
                <a:lnTo>
                  <a:pt x="148958" y="723887"/>
                </a:lnTo>
                <a:lnTo>
                  <a:pt x="150075" y="723430"/>
                </a:lnTo>
                <a:lnTo>
                  <a:pt x="151942" y="721563"/>
                </a:lnTo>
                <a:lnTo>
                  <a:pt x="152400" y="720445"/>
                </a:lnTo>
                <a:lnTo>
                  <a:pt x="152400" y="717816"/>
                </a:lnTo>
                <a:close/>
              </a:path>
              <a:path w="2009775" h="1438275">
                <a:moveTo>
                  <a:pt x="152400" y="8204"/>
                </a:moveTo>
                <a:lnTo>
                  <a:pt x="151942" y="7086"/>
                </a:lnTo>
                <a:lnTo>
                  <a:pt x="150075" y="5219"/>
                </a:lnTo>
                <a:lnTo>
                  <a:pt x="148958" y="4749"/>
                </a:lnTo>
                <a:lnTo>
                  <a:pt x="146329" y="4749"/>
                </a:lnTo>
                <a:lnTo>
                  <a:pt x="145211" y="5219"/>
                </a:lnTo>
                <a:lnTo>
                  <a:pt x="143344" y="7086"/>
                </a:lnTo>
                <a:lnTo>
                  <a:pt x="142875" y="8204"/>
                </a:lnTo>
                <a:lnTo>
                  <a:pt x="142875" y="10833"/>
                </a:lnTo>
                <a:lnTo>
                  <a:pt x="143344" y="11950"/>
                </a:lnTo>
                <a:lnTo>
                  <a:pt x="145211" y="13817"/>
                </a:lnTo>
                <a:lnTo>
                  <a:pt x="146329" y="14274"/>
                </a:lnTo>
                <a:lnTo>
                  <a:pt x="148958" y="14274"/>
                </a:lnTo>
                <a:lnTo>
                  <a:pt x="150075" y="13817"/>
                </a:lnTo>
                <a:lnTo>
                  <a:pt x="151942" y="11950"/>
                </a:lnTo>
                <a:lnTo>
                  <a:pt x="152400" y="10833"/>
                </a:lnTo>
                <a:lnTo>
                  <a:pt x="152400" y="8204"/>
                </a:lnTo>
                <a:close/>
              </a:path>
              <a:path w="2009775" h="1438275">
                <a:moveTo>
                  <a:pt x="200025" y="1427429"/>
                </a:moveTo>
                <a:lnTo>
                  <a:pt x="199567" y="1426311"/>
                </a:lnTo>
                <a:lnTo>
                  <a:pt x="197700" y="1424444"/>
                </a:lnTo>
                <a:lnTo>
                  <a:pt x="196583" y="1423974"/>
                </a:lnTo>
                <a:lnTo>
                  <a:pt x="193954" y="1423974"/>
                </a:lnTo>
                <a:lnTo>
                  <a:pt x="192836" y="1424444"/>
                </a:lnTo>
                <a:lnTo>
                  <a:pt x="190969" y="1426311"/>
                </a:lnTo>
                <a:lnTo>
                  <a:pt x="190500" y="1427429"/>
                </a:lnTo>
                <a:lnTo>
                  <a:pt x="190500" y="1430058"/>
                </a:lnTo>
                <a:lnTo>
                  <a:pt x="190969" y="1431175"/>
                </a:lnTo>
                <a:lnTo>
                  <a:pt x="192836" y="1433042"/>
                </a:lnTo>
                <a:lnTo>
                  <a:pt x="193954" y="1433499"/>
                </a:lnTo>
                <a:lnTo>
                  <a:pt x="196583" y="1433499"/>
                </a:lnTo>
                <a:lnTo>
                  <a:pt x="197700" y="1433042"/>
                </a:lnTo>
                <a:lnTo>
                  <a:pt x="199567" y="1431175"/>
                </a:lnTo>
                <a:lnTo>
                  <a:pt x="200025" y="1430058"/>
                </a:lnTo>
                <a:lnTo>
                  <a:pt x="200025" y="1427429"/>
                </a:lnTo>
                <a:close/>
              </a:path>
              <a:path w="2009775" h="1438275">
                <a:moveTo>
                  <a:pt x="200025" y="717816"/>
                </a:moveTo>
                <a:lnTo>
                  <a:pt x="199567" y="716699"/>
                </a:lnTo>
                <a:lnTo>
                  <a:pt x="197700" y="714832"/>
                </a:lnTo>
                <a:lnTo>
                  <a:pt x="196583" y="714362"/>
                </a:lnTo>
                <a:lnTo>
                  <a:pt x="193954" y="714362"/>
                </a:lnTo>
                <a:lnTo>
                  <a:pt x="192836" y="714832"/>
                </a:lnTo>
                <a:lnTo>
                  <a:pt x="190969" y="716699"/>
                </a:lnTo>
                <a:lnTo>
                  <a:pt x="190500" y="717816"/>
                </a:lnTo>
                <a:lnTo>
                  <a:pt x="190500" y="720445"/>
                </a:lnTo>
                <a:lnTo>
                  <a:pt x="190969" y="721563"/>
                </a:lnTo>
                <a:lnTo>
                  <a:pt x="192836" y="723430"/>
                </a:lnTo>
                <a:lnTo>
                  <a:pt x="193954" y="723887"/>
                </a:lnTo>
                <a:lnTo>
                  <a:pt x="196583" y="723887"/>
                </a:lnTo>
                <a:lnTo>
                  <a:pt x="197700" y="723430"/>
                </a:lnTo>
                <a:lnTo>
                  <a:pt x="199567" y="721563"/>
                </a:lnTo>
                <a:lnTo>
                  <a:pt x="200025" y="720445"/>
                </a:lnTo>
                <a:lnTo>
                  <a:pt x="200025" y="717816"/>
                </a:lnTo>
                <a:close/>
              </a:path>
              <a:path w="2009775" h="1438275">
                <a:moveTo>
                  <a:pt x="200025" y="8204"/>
                </a:moveTo>
                <a:lnTo>
                  <a:pt x="199567" y="7086"/>
                </a:lnTo>
                <a:lnTo>
                  <a:pt x="197700" y="5219"/>
                </a:lnTo>
                <a:lnTo>
                  <a:pt x="196583" y="4749"/>
                </a:lnTo>
                <a:lnTo>
                  <a:pt x="193954" y="4749"/>
                </a:lnTo>
                <a:lnTo>
                  <a:pt x="192836" y="5219"/>
                </a:lnTo>
                <a:lnTo>
                  <a:pt x="190969" y="7086"/>
                </a:lnTo>
                <a:lnTo>
                  <a:pt x="190500" y="8204"/>
                </a:lnTo>
                <a:lnTo>
                  <a:pt x="190500" y="10833"/>
                </a:lnTo>
                <a:lnTo>
                  <a:pt x="190969" y="11950"/>
                </a:lnTo>
                <a:lnTo>
                  <a:pt x="192836" y="13817"/>
                </a:lnTo>
                <a:lnTo>
                  <a:pt x="193954" y="14274"/>
                </a:lnTo>
                <a:lnTo>
                  <a:pt x="196583" y="14274"/>
                </a:lnTo>
                <a:lnTo>
                  <a:pt x="197700" y="13817"/>
                </a:lnTo>
                <a:lnTo>
                  <a:pt x="199567" y="11950"/>
                </a:lnTo>
                <a:lnTo>
                  <a:pt x="200025" y="10833"/>
                </a:lnTo>
                <a:lnTo>
                  <a:pt x="200025" y="8204"/>
                </a:lnTo>
                <a:close/>
              </a:path>
              <a:path w="2009775" h="1438275">
                <a:moveTo>
                  <a:pt x="227050" y="1432191"/>
                </a:moveTo>
                <a:lnTo>
                  <a:pt x="226580" y="1431074"/>
                </a:lnTo>
                <a:lnTo>
                  <a:pt x="224726" y="1429207"/>
                </a:lnTo>
                <a:lnTo>
                  <a:pt x="223608" y="1428737"/>
                </a:lnTo>
                <a:lnTo>
                  <a:pt x="220980" y="1428737"/>
                </a:lnTo>
                <a:lnTo>
                  <a:pt x="219849" y="1429207"/>
                </a:lnTo>
                <a:lnTo>
                  <a:pt x="217995" y="1431074"/>
                </a:lnTo>
                <a:lnTo>
                  <a:pt x="217525" y="1432191"/>
                </a:lnTo>
                <a:lnTo>
                  <a:pt x="217525" y="1434820"/>
                </a:lnTo>
                <a:lnTo>
                  <a:pt x="217995" y="1435938"/>
                </a:lnTo>
                <a:lnTo>
                  <a:pt x="219849" y="1437805"/>
                </a:lnTo>
                <a:lnTo>
                  <a:pt x="220980" y="1438262"/>
                </a:lnTo>
                <a:lnTo>
                  <a:pt x="223608" y="1438262"/>
                </a:lnTo>
                <a:lnTo>
                  <a:pt x="224726" y="1437805"/>
                </a:lnTo>
                <a:lnTo>
                  <a:pt x="226580" y="1435938"/>
                </a:lnTo>
                <a:lnTo>
                  <a:pt x="227050" y="1434820"/>
                </a:lnTo>
                <a:lnTo>
                  <a:pt x="227050" y="1432191"/>
                </a:lnTo>
                <a:close/>
              </a:path>
              <a:path w="2009775" h="1438275">
                <a:moveTo>
                  <a:pt x="227050" y="1384566"/>
                </a:moveTo>
                <a:lnTo>
                  <a:pt x="226580" y="1383449"/>
                </a:lnTo>
                <a:lnTo>
                  <a:pt x="224726" y="1381582"/>
                </a:lnTo>
                <a:lnTo>
                  <a:pt x="223608" y="1381112"/>
                </a:lnTo>
                <a:lnTo>
                  <a:pt x="220980" y="1381112"/>
                </a:lnTo>
                <a:lnTo>
                  <a:pt x="219849" y="1381582"/>
                </a:lnTo>
                <a:lnTo>
                  <a:pt x="217995" y="1383449"/>
                </a:lnTo>
                <a:lnTo>
                  <a:pt x="217525" y="1384566"/>
                </a:lnTo>
                <a:lnTo>
                  <a:pt x="217525" y="1387195"/>
                </a:lnTo>
                <a:lnTo>
                  <a:pt x="217995" y="1388313"/>
                </a:lnTo>
                <a:lnTo>
                  <a:pt x="219849" y="1390180"/>
                </a:lnTo>
                <a:lnTo>
                  <a:pt x="220980" y="1390637"/>
                </a:lnTo>
                <a:lnTo>
                  <a:pt x="223608" y="1390637"/>
                </a:lnTo>
                <a:lnTo>
                  <a:pt x="224726" y="1390180"/>
                </a:lnTo>
                <a:lnTo>
                  <a:pt x="226580" y="1388313"/>
                </a:lnTo>
                <a:lnTo>
                  <a:pt x="227050" y="1387195"/>
                </a:lnTo>
                <a:lnTo>
                  <a:pt x="227050" y="1384566"/>
                </a:lnTo>
                <a:close/>
              </a:path>
              <a:path w="2009775" h="1438275">
                <a:moveTo>
                  <a:pt x="227050" y="1336941"/>
                </a:moveTo>
                <a:lnTo>
                  <a:pt x="226580" y="1335824"/>
                </a:lnTo>
                <a:lnTo>
                  <a:pt x="224726" y="1333957"/>
                </a:lnTo>
                <a:lnTo>
                  <a:pt x="223608" y="1333487"/>
                </a:lnTo>
                <a:lnTo>
                  <a:pt x="220980" y="1333487"/>
                </a:lnTo>
                <a:lnTo>
                  <a:pt x="219849" y="1333957"/>
                </a:lnTo>
                <a:lnTo>
                  <a:pt x="217995" y="1335824"/>
                </a:lnTo>
                <a:lnTo>
                  <a:pt x="217525" y="1336941"/>
                </a:lnTo>
                <a:lnTo>
                  <a:pt x="217525" y="1339570"/>
                </a:lnTo>
                <a:lnTo>
                  <a:pt x="217995" y="1340688"/>
                </a:lnTo>
                <a:lnTo>
                  <a:pt x="219849" y="1342555"/>
                </a:lnTo>
                <a:lnTo>
                  <a:pt x="220980" y="1343012"/>
                </a:lnTo>
                <a:lnTo>
                  <a:pt x="223608" y="1343012"/>
                </a:lnTo>
                <a:lnTo>
                  <a:pt x="224726" y="1342555"/>
                </a:lnTo>
                <a:lnTo>
                  <a:pt x="226580" y="1340688"/>
                </a:lnTo>
                <a:lnTo>
                  <a:pt x="227050" y="1339570"/>
                </a:lnTo>
                <a:lnTo>
                  <a:pt x="227050" y="1336941"/>
                </a:lnTo>
                <a:close/>
              </a:path>
              <a:path w="2009775" h="1438275">
                <a:moveTo>
                  <a:pt x="227050" y="1289316"/>
                </a:moveTo>
                <a:lnTo>
                  <a:pt x="226580" y="1288199"/>
                </a:lnTo>
                <a:lnTo>
                  <a:pt x="224726" y="1286332"/>
                </a:lnTo>
                <a:lnTo>
                  <a:pt x="223608" y="1285862"/>
                </a:lnTo>
                <a:lnTo>
                  <a:pt x="220980" y="1285862"/>
                </a:lnTo>
                <a:lnTo>
                  <a:pt x="219849" y="1286332"/>
                </a:lnTo>
                <a:lnTo>
                  <a:pt x="217995" y="1288199"/>
                </a:lnTo>
                <a:lnTo>
                  <a:pt x="217525" y="1289316"/>
                </a:lnTo>
                <a:lnTo>
                  <a:pt x="217525" y="1291945"/>
                </a:lnTo>
                <a:lnTo>
                  <a:pt x="217995" y="1293063"/>
                </a:lnTo>
                <a:lnTo>
                  <a:pt x="219849" y="1294930"/>
                </a:lnTo>
                <a:lnTo>
                  <a:pt x="220980" y="1295387"/>
                </a:lnTo>
                <a:lnTo>
                  <a:pt x="223608" y="1295387"/>
                </a:lnTo>
                <a:lnTo>
                  <a:pt x="224726" y="1294930"/>
                </a:lnTo>
                <a:lnTo>
                  <a:pt x="226580" y="1293063"/>
                </a:lnTo>
                <a:lnTo>
                  <a:pt x="227050" y="1291945"/>
                </a:lnTo>
                <a:lnTo>
                  <a:pt x="227050" y="1289316"/>
                </a:lnTo>
                <a:close/>
              </a:path>
              <a:path w="2009775" h="1438275">
                <a:moveTo>
                  <a:pt x="227050" y="1241691"/>
                </a:moveTo>
                <a:lnTo>
                  <a:pt x="226580" y="1240574"/>
                </a:lnTo>
                <a:lnTo>
                  <a:pt x="224726" y="1238707"/>
                </a:lnTo>
                <a:lnTo>
                  <a:pt x="223608" y="1238237"/>
                </a:lnTo>
                <a:lnTo>
                  <a:pt x="220980" y="1238237"/>
                </a:lnTo>
                <a:lnTo>
                  <a:pt x="219849" y="1238707"/>
                </a:lnTo>
                <a:lnTo>
                  <a:pt x="217995" y="1240574"/>
                </a:lnTo>
                <a:lnTo>
                  <a:pt x="217525" y="1241691"/>
                </a:lnTo>
                <a:lnTo>
                  <a:pt x="217525" y="1244320"/>
                </a:lnTo>
                <a:lnTo>
                  <a:pt x="217995" y="1245438"/>
                </a:lnTo>
                <a:lnTo>
                  <a:pt x="219849" y="1247305"/>
                </a:lnTo>
                <a:lnTo>
                  <a:pt x="220980" y="1247762"/>
                </a:lnTo>
                <a:lnTo>
                  <a:pt x="223608" y="1247762"/>
                </a:lnTo>
                <a:lnTo>
                  <a:pt x="224726" y="1247305"/>
                </a:lnTo>
                <a:lnTo>
                  <a:pt x="226580" y="1245438"/>
                </a:lnTo>
                <a:lnTo>
                  <a:pt x="227050" y="1244320"/>
                </a:lnTo>
                <a:lnTo>
                  <a:pt x="227050" y="1241691"/>
                </a:lnTo>
                <a:close/>
              </a:path>
              <a:path w="2009775" h="1438275">
                <a:moveTo>
                  <a:pt x="227050" y="1194066"/>
                </a:moveTo>
                <a:lnTo>
                  <a:pt x="226580" y="1192949"/>
                </a:lnTo>
                <a:lnTo>
                  <a:pt x="224726" y="1191082"/>
                </a:lnTo>
                <a:lnTo>
                  <a:pt x="223608" y="1190612"/>
                </a:lnTo>
                <a:lnTo>
                  <a:pt x="220980" y="1190612"/>
                </a:lnTo>
                <a:lnTo>
                  <a:pt x="219849" y="1191082"/>
                </a:lnTo>
                <a:lnTo>
                  <a:pt x="217995" y="1192949"/>
                </a:lnTo>
                <a:lnTo>
                  <a:pt x="217525" y="1194066"/>
                </a:lnTo>
                <a:lnTo>
                  <a:pt x="217525" y="1196695"/>
                </a:lnTo>
                <a:lnTo>
                  <a:pt x="217995" y="1197813"/>
                </a:lnTo>
                <a:lnTo>
                  <a:pt x="219849" y="1199680"/>
                </a:lnTo>
                <a:lnTo>
                  <a:pt x="220980" y="1200137"/>
                </a:lnTo>
                <a:lnTo>
                  <a:pt x="223608" y="1200137"/>
                </a:lnTo>
                <a:lnTo>
                  <a:pt x="224726" y="1199680"/>
                </a:lnTo>
                <a:lnTo>
                  <a:pt x="226580" y="1197813"/>
                </a:lnTo>
                <a:lnTo>
                  <a:pt x="227050" y="1196695"/>
                </a:lnTo>
                <a:lnTo>
                  <a:pt x="227050" y="1194066"/>
                </a:lnTo>
                <a:close/>
              </a:path>
              <a:path w="2009775" h="1438275">
                <a:moveTo>
                  <a:pt x="227050" y="1146441"/>
                </a:moveTo>
                <a:lnTo>
                  <a:pt x="226580" y="1145324"/>
                </a:lnTo>
                <a:lnTo>
                  <a:pt x="224726" y="1143457"/>
                </a:lnTo>
                <a:lnTo>
                  <a:pt x="223608" y="1142987"/>
                </a:lnTo>
                <a:lnTo>
                  <a:pt x="220980" y="1142987"/>
                </a:lnTo>
                <a:lnTo>
                  <a:pt x="219849" y="1143457"/>
                </a:lnTo>
                <a:lnTo>
                  <a:pt x="217995" y="1145324"/>
                </a:lnTo>
                <a:lnTo>
                  <a:pt x="217525" y="1146441"/>
                </a:lnTo>
                <a:lnTo>
                  <a:pt x="217525" y="1149070"/>
                </a:lnTo>
                <a:lnTo>
                  <a:pt x="217995" y="1150188"/>
                </a:lnTo>
                <a:lnTo>
                  <a:pt x="219849" y="1152055"/>
                </a:lnTo>
                <a:lnTo>
                  <a:pt x="220980" y="1152512"/>
                </a:lnTo>
                <a:lnTo>
                  <a:pt x="223608" y="1152512"/>
                </a:lnTo>
                <a:lnTo>
                  <a:pt x="224726" y="1152055"/>
                </a:lnTo>
                <a:lnTo>
                  <a:pt x="226580" y="1150188"/>
                </a:lnTo>
                <a:lnTo>
                  <a:pt x="227050" y="1149070"/>
                </a:lnTo>
                <a:lnTo>
                  <a:pt x="227050" y="1146441"/>
                </a:lnTo>
                <a:close/>
              </a:path>
              <a:path w="2009775" h="1438275">
                <a:moveTo>
                  <a:pt x="227050" y="1098816"/>
                </a:moveTo>
                <a:lnTo>
                  <a:pt x="226580" y="1097699"/>
                </a:lnTo>
                <a:lnTo>
                  <a:pt x="224726" y="1095832"/>
                </a:lnTo>
                <a:lnTo>
                  <a:pt x="223608" y="1095362"/>
                </a:lnTo>
                <a:lnTo>
                  <a:pt x="220980" y="1095362"/>
                </a:lnTo>
                <a:lnTo>
                  <a:pt x="219849" y="1095832"/>
                </a:lnTo>
                <a:lnTo>
                  <a:pt x="217995" y="1097699"/>
                </a:lnTo>
                <a:lnTo>
                  <a:pt x="217525" y="1098816"/>
                </a:lnTo>
                <a:lnTo>
                  <a:pt x="217525" y="1101445"/>
                </a:lnTo>
                <a:lnTo>
                  <a:pt x="217995" y="1102563"/>
                </a:lnTo>
                <a:lnTo>
                  <a:pt x="219849" y="1104430"/>
                </a:lnTo>
                <a:lnTo>
                  <a:pt x="220980" y="1104887"/>
                </a:lnTo>
                <a:lnTo>
                  <a:pt x="223608" y="1104887"/>
                </a:lnTo>
                <a:lnTo>
                  <a:pt x="224726" y="1104430"/>
                </a:lnTo>
                <a:lnTo>
                  <a:pt x="226580" y="1102563"/>
                </a:lnTo>
                <a:lnTo>
                  <a:pt x="227050" y="1101445"/>
                </a:lnTo>
                <a:lnTo>
                  <a:pt x="227050" y="1098816"/>
                </a:lnTo>
                <a:close/>
              </a:path>
              <a:path w="2009775" h="1438275">
                <a:moveTo>
                  <a:pt x="227050" y="1051191"/>
                </a:moveTo>
                <a:lnTo>
                  <a:pt x="226580" y="1050074"/>
                </a:lnTo>
                <a:lnTo>
                  <a:pt x="224726" y="1048207"/>
                </a:lnTo>
                <a:lnTo>
                  <a:pt x="223608" y="1047737"/>
                </a:lnTo>
                <a:lnTo>
                  <a:pt x="220980" y="1047737"/>
                </a:lnTo>
                <a:lnTo>
                  <a:pt x="219849" y="1048207"/>
                </a:lnTo>
                <a:lnTo>
                  <a:pt x="217995" y="1050074"/>
                </a:lnTo>
                <a:lnTo>
                  <a:pt x="217525" y="1051191"/>
                </a:lnTo>
                <a:lnTo>
                  <a:pt x="217525" y="1053820"/>
                </a:lnTo>
                <a:lnTo>
                  <a:pt x="217995" y="1054938"/>
                </a:lnTo>
                <a:lnTo>
                  <a:pt x="219849" y="1056805"/>
                </a:lnTo>
                <a:lnTo>
                  <a:pt x="220980" y="1057262"/>
                </a:lnTo>
                <a:lnTo>
                  <a:pt x="223608" y="1057262"/>
                </a:lnTo>
                <a:lnTo>
                  <a:pt x="224726" y="1056805"/>
                </a:lnTo>
                <a:lnTo>
                  <a:pt x="226580" y="1054938"/>
                </a:lnTo>
                <a:lnTo>
                  <a:pt x="227050" y="1053820"/>
                </a:lnTo>
                <a:lnTo>
                  <a:pt x="227050" y="1051191"/>
                </a:lnTo>
                <a:close/>
              </a:path>
              <a:path w="2009775" h="1438275">
                <a:moveTo>
                  <a:pt x="227050" y="1003566"/>
                </a:moveTo>
                <a:lnTo>
                  <a:pt x="226580" y="1002449"/>
                </a:lnTo>
                <a:lnTo>
                  <a:pt x="224726" y="1000582"/>
                </a:lnTo>
                <a:lnTo>
                  <a:pt x="223608" y="1000112"/>
                </a:lnTo>
                <a:lnTo>
                  <a:pt x="220980" y="1000112"/>
                </a:lnTo>
                <a:lnTo>
                  <a:pt x="219849" y="1000582"/>
                </a:lnTo>
                <a:lnTo>
                  <a:pt x="217995" y="1002449"/>
                </a:lnTo>
                <a:lnTo>
                  <a:pt x="217525" y="1003566"/>
                </a:lnTo>
                <a:lnTo>
                  <a:pt x="217525" y="1006195"/>
                </a:lnTo>
                <a:lnTo>
                  <a:pt x="217995" y="1007313"/>
                </a:lnTo>
                <a:lnTo>
                  <a:pt x="219849" y="1009180"/>
                </a:lnTo>
                <a:lnTo>
                  <a:pt x="220980" y="1009637"/>
                </a:lnTo>
                <a:lnTo>
                  <a:pt x="223608" y="1009637"/>
                </a:lnTo>
                <a:lnTo>
                  <a:pt x="224726" y="1009180"/>
                </a:lnTo>
                <a:lnTo>
                  <a:pt x="226580" y="1007313"/>
                </a:lnTo>
                <a:lnTo>
                  <a:pt x="227050" y="1006195"/>
                </a:lnTo>
                <a:lnTo>
                  <a:pt x="227050" y="1003566"/>
                </a:lnTo>
                <a:close/>
              </a:path>
              <a:path w="2009775" h="1438275">
                <a:moveTo>
                  <a:pt x="227050" y="955941"/>
                </a:moveTo>
                <a:lnTo>
                  <a:pt x="226580" y="954824"/>
                </a:lnTo>
                <a:lnTo>
                  <a:pt x="224726" y="952957"/>
                </a:lnTo>
                <a:lnTo>
                  <a:pt x="223608" y="952487"/>
                </a:lnTo>
                <a:lnTo>
                  <a:pt x="220980" y="952487"/>
                </a:lnTo>
                <a:lnTo>
                  <a:pt x="219849" y="952957"/>
                </a:lnTo>
                <a:lnTo>
                  <a:pt x="217995" y="954824"/>
                </a:lnTo>
                <a:lnTo>
                  <a:pt x="217525" y="955941"/>
                </a:lnTo>
                <a:lnTo>
                  <a:pt x="217525" y="958570"/>
                </a:lnTo>
                <a:lnTo>
                  <a:pt x="217995" y="959688"/>
                </a:lnTo>
                <a:lnTo>
                  <a:pt x="219849" y="961555"/>
                </a:lnTo>
                <a:lnTo>
                  <a:pt x="220980" y="962012"/>
                </a:lnTo>
                <a:lnTo>
                  <a:pt x="223608" y="962012"/>
                </a:lnTo>
                <a:lnTo>
                  <a:pt x="224726" y="961555"/>
                </a:lnTo>
                <a:lnTo>
                  <a:pt x="226580" y="959688"/>
                </a:lnTo>
                <a:lnTo>
                  <a:pt x="227050" y="958570"/>
                </a:lnTo>
                <a:lnTo>
                  <a:pt x="227050" y="955941"/>
                </a:lnTo>
                <a:close/>
              </a:path>
              <a:path w="2009775" h="1438275">
                <a:moveTo>
                  <a:pt x="227050" y="908316"/>
                </a:moveTo>
                <a:lnTo>
                  <a:pt x="226580" y="907199"/>
                </a:lnTo>
                <a:lnTo>
                  <a:pt x="224726" y="905332"/>
                </a:lnTo>
                <a:lnTo>
                  <a:pt x="223608" y="904862"/>
                </a:lnTo>
                <a:lnTo>
                  <a:pt x="220980" y="904862"/>
                </a:lnTo>
                <a:lnTo>
                  <a:pt x="219849" y="905332"/>
                </a:lnTo>
                <a:lnTo>
                  <a:pt x="217995" y="907199"/>
                </a:lnTo>
                <a:lnTo>
                  <a:pt x="217525" y="908316"/>
                </a:lnTo>
                <a:lnTo>
                  <a:pt x="217525" y="910945"/>
                </a:lnTo>
                <a:lnTo>
                  <a:pt x="217995" y="912063"/>
                </a:lnTo>
                <a:lnTo>
                  <a:pt x="219849" y="913930"/>
                </a:lnTo>
                <a:lnTo>
                  <a:pt x="220980" y="914387"/>
                </a:lnTo>
                <a:lnTo>
                  <a:pt x="223608" y="914387"/>
                </a:lnTo>
                <a:lnTo>
                  <a:pt x="224726" y="913930"/>
                </a:lnTo>
                <a:lnTo>
                  <a:pt x="226580" y="912063"/>
                </a:lnTo>
                <a:lnTo>
                  <a:pt x="227050" y="910945"/>
                </a:lnTo>
                <a:lnTo>
                  <a:pt x="227050" y="908316"/>
                </a:lnTo>
                <a:close/>
              </a:path>
              <a:path w="2009775" h="1438275">
                <a:moveTo>
                  <a:pt x="227050" y="860691"/>
                </a:moveTo>
                <a:lnTo>
                  <a:pt x="226580" y="859574"/>
                </a:lnTo>
                <a:lnTo>
                  <a:pt x="224726" y="857707"/>
                </a:lnTo>
                <a:lnTo>
                  <a:pt x="223608" y="857237"/>
                </a:lnTo>
                <a:lnTo>
                  <a:pt x="220980" y="857237"/>
                </a:lnTo>
                <a:lnTo>
                  <a:pt x="219849" y="857707"/>
                </a:lnTo>
                <a:lnTo>
                  <a:pt x="217995" y="859574"/>
                </a:lnTo>
                <a:lnTo>
                  <a:pt x="217525" y="860691"/>
                </a:lnTo>
                <a:lnTo>
                  <a:pt x="217525" y="863320"/>
                </a:lnTo>
                <a:lnTo>
                  <a:pt x="217995" y="864438"/>
                </a:lnTo>
                <a:lnTo>
                  <a:pt x="219849" y="866305"/>
                </a:lnTo>
                <a:lnTo>
                  <a:pt x="220980" y="866762"/>
                </a:lnTo>
                <a:lnTo>
                  <a:pt x="223608" y="866762"/>
                </a:lnTo>
                <a:lnTo>
                  <a:pt x="224726" y="866305"/>
                </a:lnTo>
                <a:lnTo>
                  <a:pt x="226580" y="864438"/>
                </a:lnTo>
                <a:lnTo>
                  <a:pt x="227050" y="863320"/>
                </a:lnTo>
                <a:lnTo>
                  <a:pt x="227050" y="860691"/>
                </a:lnTo>
                <a:close/>
              </a:path>
              <a:path w="2009775" h="1438275">
                <a:moveTo>
                  <a:pt x="227050" y="813066"/>
                </a:moveTo>
                <a:lnTo>
                  <a:pt x="226580" y="811949"/>
                </a:lnTo>
                <a:lnTo>
                  <a:pt x="224726" y="810082"/>
                </a:lnTo>
                <a:lnTo>
                  <a:pt x="223608" y="809612"/>
                </a:lnTo>
                <a:lnTo>
                  <a:pt x="220980" y="809612"/>
                </a:lnTo>
                <a:lnTo>
                  <a:pt x="219849" y="810082"/>
                </a:lnTo>
                <a:lnTo>
                  <a:pt x="217995" y="811949"/>
                </a:lnTo>
                <a:lnTo>
                  <a:pt x="217525" y="813066"/>
                </a:lnTo>
                <a:lnTo>
                  <a:pt x="217525" y="815695"/>
                </a:lnTo>
                <a:lnTo>
                  <a:pt x="217995" y="816813"/>
                </a:lnTo>
                <a:lnTo>
                  <a:pt x="219849" y="818680"/>
                </a:lnTo>
                <a:lnTo>
                  <a:pt x="220980" y="819137"/>
                </a:lnTo>
                <a:lnTo>
                  <a:pt x="223608" y="819137"/>
                </a:lnTo>
                <a:lnTo>
                  <a:pt x="224726" y="818680"/>
                </a:lnTo>
                <a:lnTo>
                  <a:pt x="226580" y="816813"/>
                </a:lnTo>
                <a:lnTo>
                  <a:pt x="227050" y="815695"/>
                </a:lnTo>
                <a:lnTo>
                  <a:pt x="227050" y="813066"/>
                </a:lnTo>
                <a:close/>
              </a:path>
              <a:path w="2009775" h="1438275">
                <a:moveTo>
                  <a:pt x="227050" y="765441"/>
                </a:moveTo>
                <a:lnTo>
                  <a:pt x="226580" y="764324"/>
                </a:lnTo>
                <a:lnTo>
                  <a:pt x="224726" y="762457"/>
                </a:lnTo>
                <a:lnTo>
                  <a:pt x="223608" y="761987"/>
                </a:lnTo>
                <a:lnTo>
                  <a:pt x="220980" y="761987"/>
                </a:lnTo>
                <a:lnTo>
                  <a:pt x="219849" y="762457"/>
                </a:lnTo>
                <a:lnTo>
                  <a:pt x="217995" y="764324"/>
                </a:lnTo>
                <a:lnTo>
                  <a:pt x="217525" y="765441"/>
                </a:lnTo>
                <a:lnTo>
                  <a:pt x="217525" y="768070"/>
                </a:lnTo>
                <a:lnTo>
                  <a:pt x="217995" y="769188"/>
                </a:lnTo>
                <a:lnTo>
                  <a:pt x="219849" y="771055"/>
                </a:lnTo>
                <a:lnTo>
                  <a:pt x="220980" y="771512"/>
                </a:lnTo>
                <a:lnTo>
                  <a:pt x="223608" y="771512"/>
                </a:lnTo>
                <a:lnTo>
                  <a:pt x="224726" y="771055"/>
                </a:lnTo>
                <a:lnTo>
                  <a:pt x="226580" y="769188"/>
                </a:lnTo>
                <a:lnTo>
                  <a:pt x="227050" y="768070"/>
                </a:lnTo>
                <a:lnTo>
                  <a:pt x="227050" y="765441"/>
                </a:lnTo>
                <a:close/>
              </a:path>
              <a:path w="2009775" h="1438275">
                <a:moveTo>
                  <a:pt x="227050" y="717816"/>
                </a:moveTo>
                <a:lnTo>
                  <a:pt x="226580" y="716699"/>
                </a:lnTo>
                <a:lnTo>
                  <a:pt x="224726" y="714832"/>
                </a:lnTo>
                <a:lnTo>
                  <a:pt x="223608" y="714362"/>
                </a:lnTo>
                <a:lnTo>
                  <a:pt x="220980" y="714362"/>
                </a:lnTo>
                <a:lnTo>
                  <a:pt x="219849" y="714832"/>
                </a:lnTo>
                <a:lnTo>
                  <a:pt x="217995" y="716699"/>
                </a:lnTo>
                <a:lnTo>
                  <a:pt x="217525" y="717816"/>
                </a:lnTo>
                <a:lnTo>
                  <a:pt x="217525" y="720445"/>
                </a:lnTo>
                <a:lnTo>
                  <a:pt x="217995" y="721563"/>
                </a:lnTo>
                <a:lnTo>
                  <a:pt x="219849" y="723430"/>
                </a:lnTo>
                <a:lnTo>
                  <a:pt x="220980" y="723887"/>
                </a:lnTo>
                <a:lnTo>
                  <a:pt x="223608" y="723887"/>
                </a:lnTo>
                <a:lnTo>
                  <a:pt x="224726" y="723430"/>
                </a:lnTo>
                <a:lnTo>
                  <a:pt x="226580" y="721563"/>
                </a:lnTo>
                <a:lnTo>
                  <a:pt x="227050" y="720445"/>
                </a:lnTo>
                <a:lnTo>
                  <a:pt x="227050" y="717816"/>
                </a:lnTo>
                <a:close/>
              </a:path>
              <a:path w="2009775" h="1438275">
                <a:moveTo>
                  <a:pt x="227050" y="670191"/>
                </a:moveTo>
                <a:lnTo>
                  <a:pt x="226580" y="669074"/>
                </a:lnTo>
                <a:lnTo>
                  <a:pt x="224726" y="667207"/>
                </a:lnTo>
                <a:lnTo>
                  <a:pt x="223608" y="666737"/>
                </a:lnTo>
                <a:lnTo>
                  <a:pt x="220980" y="666737"/>
                </a:lnTo>
                <a:lnTo>
                  <a:pt x="219849" y="667207"/>
                </a:lnTo>
                <a:lnTo>
                  <a:pt x="217995" y="669074"/>
                </a:lnTo>
                <a:lnTo>
                  <a:pt x="217525" y="670191"/>
                </a:lnTo>
                <a:lnTo>
                  <a:pt x="217525" y="672820"/>
                </a:lnTo>
                <a:lnTo>
                  <a:pt x="217995" y="673938"/>
                </a:lnTo>
                <a:lnTo>
                  <a:pt x="219849" y="675805"/>
                </a:lnTo>
                <a:lnTo>
                  <a:pt x="220980" y="676262"/>
                </a:lnTo>
                <a:lnTo>
                  <a:pt x="223608" y="676262"/>
                </a:lnTo>
                <a:lnTo>
                  <a:pt x="224726" y="675805"/>
                </a:lnTo>
                <a:lnTo>
                  <a:pt x="226580" y="673938"/>
                </a:lnTo>
                <a:lnTo>
                  <a:pt x="227050" y="672820"/>
                </a:lnTo>
                <a:lnTo>
                  <a:pt x="227050" y="670191"/>
                </a:lnTo>
                <a:close/>
              </a:path>
              <a:path w="2009775" h="1438275">
                <a:moveTo>
                  <a:pt x="227050" y="622566"/>
                </a:moveTo>
                <a:lnTo>
                  <a:pt x="226580" y="621449"/>
                </a:lnTo>
                <a:lnTo>
                  <a:pt x="224726" y="619582"/>
                </a:lnTo>
                <a:lnTo>
                  <a:pt x="223608" y="619112"/>
                </a:lnTo>
                <a:lnTo>
                  <a:pt x="220980" y="619112"/>
                </a:lnTo>
                <a:lnTo>
                  <a:pt x="219849" y="619582"/>
                </a:lnTo>
                <a:lnTo>
                  <a:pt x="217995" y="621449"/>
                </a:lnTo>
                <a:lnTo>
                  <a:pt x="217525" y="622566"/>
                </a:lnTo>
                <a:lnTo>
                  <a:pt x="217525" y="625195"/>
                </a:lnTo>
                <a:lnTo>
                  <a:pt x="217995" y="626313"/>
                </a:lnTo>
                <a:lnTo>
                  <a:pt x="219849" y="628180"/>
                </a:lnTo>
                <a:lnTo>
                  <a:pt x="220980" y="628637"/>
                </a:lnTo>
                <a:lnTo>
                  <a:pt x="223608" y="628637"/>
                </a:lnTo>
                <a:lnTo>
                  <a:pt x="224726" y="628180"/>
                </a:lnTo>
                <a:lnTo>
                  <a:pt x="226580" y="626313"/>
                </a:lnTo>
                <a:lnTo>
                  <a:pt x="227050" y="625195"/>
                </a:lnTo>
                <a:lnTo>
                  <a:pt x="227050" y="622566"/>
                </a:lnTo>
                <a:close/>
              </a:path>
              <a:path w="2009775" h="1438275">
                <a:moveTo>
                  <a:pt x="227050" y="574941"/>
                </a:moveTo>
                <a:lnTo>
                  <a:pt x="226580" y="573824"/>
                </a:lnTo>
                <a:lnTo>
                  <a:pt x="224726" y="571957"/>
                </a:lnTo>
                <a:lnTo>
                  <a:pt x="223608" y="571487"/>
                </a:lnTo>
                <a:lnTo>
                  <a:pt x="220980" y="571487"/>
                </a:lnTo>
                <a:lnTo>
                  <a:pt x="219849" y="571957"/>
                </a:lnTo>
                <a:lnTo>
                  <a:pt x="217995" y="573824"/>
                </a:lnTo>
                <a:lnTo>
                  <a:pt x="217525" y="574941"/>
                </a:lnTo>
                <a:lnTo>
                  <a:pt x="217525" y="577570"/>
                </a:lnTo>
                <a:lnTo>
                  <a:pt x="217995" y="578688"/>
                </a:lnTo>
                <a:lnTo>
                  <a:pt x="219849" y="580555"/>
                </a:lnTo>
                <a:lnTo>
                  <a:pt x="220980" y="581012"/>
                </a:lnTo>
                <a:lnTo>
                  <a:pt x="223608" y="581012"/>
                </a:lnTo>
                <a:lnTo>
                  <a:pt x="224726" y="580555"/>
                </a:lnTo>
                <a:lnTo>
                  <a:pt x="226580" y="578688"/>
                </a:lnTo>
                <a:lnTo>
                  <a:pt x="227050" y="577570"/>
                </a:lnTo>
                <a:lnTo>
                  <a:pt x="227050" y="574941"/>
                </a:lnTo>
                <a:close/>
              </a:path>
              <a:path w="2009775" h="1438275">
                <a:moveTo>
                  <a:pt x="227050" y="527316"/>
                </a:moveTo>
                <a:lnTo>
                  <a:pt x="226580" y="526199"/>
                </a:lnTo>
                <a:lnTo>
                  <a:pt x="224726" y="524332"/>
                </a:lnTo>
                <a:lnTo>
                  <a:pt x="223608" y="523862"/>
                </a:lnTo>
                <a:lnTo>
                  <a:pt x="220980" y="523862"/>
                </a:lnTo>
                <a:lnTo>
                  <a:pt x="219849" y="524332"/>
                </a:lnTo>
                <a:lnTo>
                  <a:pt x="217995" y="526199"/>
                </a:lnTo>
                <a:lnTo>
                  <a:pt x="217525" y="527316"/>
                </a:lnTo>
                <a:lnTo>
                  <a:pt x="217525" y="529945"/>
                </a:lnTo>
                <a:lnTo>
                  <a:pt x="217995" y="531063"/>
                </a:lnTo>
                <a:lnTo>
                  <a:pt x="219849" y="532930"/>
                </a:lnTo>
                <a:lnTo>
                  <a:pt x="220980" y="533387"/>
                </a:lnTo>
                <a:lnTo>
                  <a:pt x="223608" y="533387"/>
                </a:lnTo>
                <a:lnTo>
                  <a:pt x="224726" y="532930"/>
                </a:lnTo>
                <a:lnTo>
                  <a:pt x="226580" y="531063"/>
                </a:lnTo>
                <a:lnTo>
                  <a:pt x="227050" y="529945"/>
                </a:lnTo>
                <a:lnTo>
                  <a:pt x="227050" y="527316"/>
                </a:lnTo>
                <a:close/>
              </a:path>
              <a:path w="2009775" h="1438275">
                <a:moveTo>
                  <a:pt x="227050" y="479691"/>
                </a:moveTo>
                <a:lnTo>
                  <a:pt x="226580" y="478574"/>
                </a:lnTo>
                <a:lnTo>
                  <a:pt x="224726" y="476707"/>
                </a:lnTo>
                <a:lnTo>
                  <a:pt x="223608" y="476237"/>
                </a:lnTo>
                <a:lnTo>
                  <a:pt x="220980" y="476237"/>
                </a:lnTo>
                <a:lnTo>
                  <a:pt x="219849" y="476707"/>
                </a:lnTo>
                <a:lnTo>
                  <a:pt x="217995" y="478574"/>
                </a:lnTo>
                <a:lnTo>
                  <a:pt x="217525" y="479691"/>
                </a:lnTo>
                <a:lnTo>
                  <a:pt x="217525" y="482320"/>
                </a:lnTo>
                <a:lnTo>
                  <a:pt x="217995" y="483438"/>
                </a:lnTo>
                <a:lnTo>
                  <a:pt x="219849" y="485305"/>
                </a:lnTo>
                <a:lnTo>
                  <a:pt x="220980" y="485762"/>
                </a:lnTo>
                <a:lnTo>
                  <a:pt x="223608" y="485762"/>
                </a:lnTo>
                <a:lnTo>
                  <a:pt x="224726" y="485305"/>
                </a:lnTo>
                <a:lnTo>
                  <a:pt x="226580" y="483438"/>
                </a:lnTo>
                <a:lnTo>
                  <a:pt x="227050" y="482320"/>
                </a:lnTo>
                <a:lnTo>
                  <a:pt x="227050" y="479691"/>
                </a:lnTo>
                <a:close/>
              </a:path>
              <a:path w="2009775" h="1438275">
                <a:moveTo>
                  <a:pt x="227050" y="432066"/>
                </a:moveTo>
                <a:lnTo>
                  <a:pt x="226580" y="430949"/>
                </a:lnTo>
                <a:lnTo>
                  <a:pt x="224726" y="429082"/>
                </a:lnTo>
                <a:lnTo>
                  <a:pt x="223608" y="428612"/>
                </a:lnTo>
                <a:lnTo>
                  <a:pt x="220980" y="428612"/>
                </a:lnTo>
                <a:lnTo>
                  <a:pt x="219849" y="429082"/>
                </a:lnTo>
                <a:lnTo>
                  <a:pt x="217995" y="430949"/>
                </a:lnTo>
                <a:lnTo>
                  <a:pt x="217525" y="432066"/>
                </a:lnTo>
                <a:lnTo>
                  <a:pt x="217525" y="434695"/>
                </a:lnTo>
                <a:lnTo>
                  <a:pt x="217995" y="435813"/>
                </a:lnTo>
                <a:lnTo>
                  <a:pt x="219849" y="437680"/>
                </a:lnTo>
                <a:lnTo>
                  <a:pt x="220980" y="438137"/>
                </a:lnTo>
                <a:lnTo>
                  <a:pt x="223608" y="438137"/>
                </a:lnTo>
                <a:lnTo>
                  <a:pt x="224726" y="437680"/>
                </a:lnTo>
                <a:lnTo>
                  <a:pt x="226580" y="435813"/>
                </a:lnTo>
                <a:lnTo>
                  <a:pt x="227050" y="434695"/>
                </a:lnTo>
                <a:lnTo>
                  <a:pt x="227050" y="432066"/>
                </a:lnTo>
                <a:close/>
              </a:path>
              <a:path w="2009775" h="1438275">
                <a:moveTo>
                  <a:pt x="227050" y="384441"/>
                </a:moveTo>
                <a:lnTo>
                  <a:pt x="226580" y="383324"/>
                </a:lnTo>
                <a:lnTo>
                  <a:pt x="224726" y="381457"/>
                </a:lnTo>
                <a:lnTo>
                  <a:pt x="223608" y="380987"/>
                </a:lnTo>
                <a:lnTo>
                  <a:pt x="220980" y="380987"/>
                </a:lnTo>
                <a:lnTo>
                  <a:pt x="219849" y="381457"/>
                </a:lnTo>
                <a:lnTo>
                  <a:pt x="217995" y="383324"/>
                </a:lnTo>
                <a:lnTo>
                  <a:pt x="217525" y="384441"/>
                </a:lnTo>
                <a:lnTo>
                  <a:pt x="217525" y="387070"/>
                </a:lnTo>
                <a:lnTo>
                  <a:pt x="217995" y="388188"/>
                </a:lnTo>
                <a:lnTo>
                  <a:pt x="219849" y="390055"/>
                </a:lnTo>
                <a:lnTo>
                  <a:pt x="220980" y="390512"/>
                </a:lnTo>
                <a:lnTo>
                  <a:pt x="223608" y="390512"/>
                </a:lnTo>
                <a:lnTo>
                  <a:pt x="224726" y="390055"/>
                </a:lnTo>
                <a:lnTo>
                  <a:pt x="226580" y="388188"/>
                </a:lnTo>
                <a:lnTo>
                  <a:pt x="227050" y="387070"/>
                </a:lnTo>
                <a:lnTo>
                  <a:pt x="227050" y="384441"/>
                </a:lnTo>
                <a:close/>
              </a:path>
              <a:path w="2009775" h="1438275">
                <a:moveTo>
                  <a:pt x="227050" y="336816"/>
                </a:moveTo>
                <a:lnTo>
                  <a:pt x="226580" y="335699"/>
                </a:lnTo>
                <a:lnTo>
                  <a:pt x="224726" y="333832"/>
                </a:lnTo>
                <a:lnTo>
                  <a:pt x="223608" y="333362"/>
                </a:lnTo>
                <a:lnTo>
                  <a:pt x="220980" y="333362"/>
                </a:lnTo>
                <a:lnTo>
                  <a:pt x="219849" y="333832"/>
                </a:lnTo>
                <a:lnTo>
                  <a:pt x="217995" y="335699"/>
                </a:lnTo>
                <a:lnTo>
                  <a:pt x="217525" y="336816"/>
                </a:lnTo>
                <a:lnTo>
                  <a:pt x="217525" y="339445"/>
                </a:lnTo>
                <a:lnTo>
                  <a:pt x="217995" y="340563"/>
                </a:lnTo>
                <a:lnTo>
                  <a:pt x="219849" y="342430"/>
                </a:lnTo>
                <a:lnTo>
                  <a:pt x="220980" y="342887"/>
                </a:lnTo>
                <a:lnTo>
                  <a:pt x="223608" y="342887"/>
                </a:lnTo>
                <a:lnTo>
                  <a:pt x="224726" y="342430"/>
                </a:lnTo>
                <a:lnTo>
                  <a:pt x="226580" y="340563"/>
                </a:lnTo>
                <a:lnTo>
                  <a:pt x="227050" y="339445"/>
                </a:lnTo>
                <a:lnTo>
                  <a:pt x="227050" y="336816"/>
                </a:lnTo>
                <a:close/>
              </a:path>
              <a:path w="2009775" h="1438275">
                <a:moveTo>
                  <a:pt x="227050" y="289191"/>
                </a:moveTo>
                <a:lnTo>
                  <a:pt x="226580" y="288074"/>
                </a:lnTo>
                <a:lnTo>
                  <a:pt x="224726" y="286207"/>
                </a:lnTo>
                <a:lnTo>
                  <a:pt x="223608" y="285737"/>
                </a:lnTo>
                <a:lnTo>
                  <a:pt x="220980" y="285737"/>
                </a:lnTo>
                <a:lnTo>
                  <a:pt x="219849" y="286207"/>
                </a:lnTo>
                <a:lnTo>
                  <a:pt x="217995" y="288074"/>
                </a:lnTo>
                <a:lnTo>
                  <a:pt x="217525" y="289191"/>
                </a:lnTo>
                <a:lnTo>
                  <a:pt x="217525" y="291820"/>
                </a:lnTo>
                <a:lnTo>
                  <a:pt x="217995" y="292938"/>
                </a:lnTo>
                <a:lnTo>
                  <a:pt x="219849" y="294805"/>
                </a:lnTo>
                <a:lnTo>
                  <a:pt x="220980" y="295262"/>
                </a:lnTo>
                <a:lnTo>
                  <a:pt x="223608" y="295262"/>
                </a:lnTo>
                <a:lnTo>
                  <a:pt x="224726" y="294805"/>
                </a:lnTo>
                <a:lnTo>
                  <a:pt x="226580" y="292938"/>
                </a:lnTo>
                <a:lnTo>
                  <a:pt x="227050" y="291820"/>
                </a:lnTo>
                <a:lnTo>
                  <a:pt x="227050" y="289191"/>
                </a:lnTo>
                <a:close/>
              </a:path>
              <a:path w="2009775" h="1438275">
                <a:moveTo>
                  <a:pt x="227050" y="241566"/>
                </a:moveTo>
                <a:lnTo>
                  <a:pt x="226580" y="240449"/>
                </a:lnTo>
                <a:lnTo>
                  <a:pt x="224726" y="238582"/>
                </a:lnTo>
                <a:lnTo>
                  <a:pt x="223608" y="238112"/>
                </a:lnTo>
                <a:lnTo>
                  <a:pt x="220980" y="238112"/>
                </a:lnTo>
                <a:lnTo>
                  <a:pt x="219849" y="238582"/>
                </a:lnTo>
                <a:lnTo>
                  <a:pt x="217995" y="240449"/>
                </a:lnTo>
                <a:lnTo>
                  <a:pt x="217525" y="241566"/>
                </a:lnTo>
                <a:lnTo>
                  <a:pt x="217525" y="244195"/>
                </a:lnTo>
                <a:lnTo>
                  <a:pt x="217995" y="245313"/>
                </a:lnTo>
                <a:lnTo>
                  <a:pt x="219849" y="247180"/>
                </a:lnTo>
                <a:lnTo>
                  <a:pt x="220980" y="247637"/>
                </a:lnTo>
                <a:lnTo>
                  <a:pt x="223608" y="247637"/>
                </a:lnTo>
                <a:lnTo>
                  <a:pt x="224726" y="247180"/>
                </a:lnTo>
                <a:lnTo>
                  <a:pt x="226580" y="245313"/>
                </a:lnTo>
                <a:lnTo>
                  <a:pt x="227050" y="244195"/>
                </a:lnTo>
                <a:lnTo>
                  <a:pt x="227050" y="241566"/>
                </a:lnTo>
                <a:close/>
              </a:path>
              <a:path w="2009775" h="1438275">
                <a:moveTo>
                  <a:pt x="227050" y="193941"/>
                </a:moveTo>
                <a:lnTo>
                  <a:pt x="226580" y="192824"/>
                </a:lnTo>
                <a:lnTo>
                  <a:pt x="224726" y="190957"/>
                </a:lnTo>
                <a:lnTo>
                  <a:pt x="223608" y="190500"/>
                </a:lnTo>
                <a:lnTo>
                  <a:pt x="220980" y="190500"/>
                </a:lnTo>
                <a:lnTo>
                  <a:pt x="219849" y="190957"/>
                </a:lnTo>
                <a:lnTo>
                  <a:pt x="217995" y="192824"/>
                </a:lnTo>
                <a:lnTo>
                  <a:pt x="217525" y="193941"/>
                </a:lnTo>
                <a:lnTo>
                  <a:pt x="217525" y="196570"/>
                </a:lnTo>
                <a:lnTo>
                  <a:pt x="217995" y="197688"/>
                </a:lnTo>
                <a:lnTo>
                  <a:pt x="219849" y="199555"/>
                </a:lnTo>
                <a:lnTo>
                  <a:pt x="220980" y="200012"/>
                </a:lnTo>
                <a:lnTo>
                  <a:pt x="223608" y="200012"/>
                </a:lnTo>
                <a:lnTo>
                  <a:pt x="224726" y="199555"/>
                </a:lnTo>
                <a:lnTo>
                  <a:pt x="226580" y="197688"/>
                </a:lnTo>
                <a:lnTo>
                  <a:pt x="227050" y="196570"/>
                </a:lnTo>
                <a:lnTo>
                  <a:pt x="227050" y="193941"/>
                </a:lnTo>
                <a:close/>
              </a:path>
              <a:path w="2009775" h="1438275">
                <a:moveTo>
                  <a:pt x="227050" y="146316"/>
                </a:moveTo>
                <a:lnTo>
                  <a:pt x="226580" y="145199"/>
                </a:lnTo>
                <a:lnTo>
                  <a:pt x="224726" y="143332"/>
                </a:lnTo>
                <a:lnTo>
                  <a:pt x="223608" y="142875"/>
                </a:lnTo>
                <a:lnTo>
                  <a:pt x="220980" y="142875"/>
                </a:lnTo>
                <a:lnTo>
                  <a:pt x="219849" y="143332"/>
                </a:lnTo>
                <a:lnTo>
                  <a:pt x="217995" y="145199"/>
                </a:lnTo>
                <a:lnTo>
                  <a:pt x="217525" y="146316"/>
                </a:lnTo>
                <a:lnTo>
                  <a:pt x="217525" y="148945"/>
                </a:lnTo>
                <a:lnTo>
                  <a:pt x="217995" y="150063"/>
                </a:lnTo>
                <a:lnTo>
                  <a:pt x="219849" y="151930"/>
                </a:lnTo>
                <a:lnTo>
                  <a:pt x="220980" y="152387"/>
                </a:lnTo>
                <a:lnTo>
                  <a:pt x="223608" y="152387"/>
                </a:lnTo>
                <a:lnTo>
                  <a:pt x="224726" y="151930"/>
                </a:lnTo>
                <a:lnTo>
                  <a:pt x="226580" y="150063"/>
                </a:lnTo>
                <a:lnTo>
                  <a:pt x="227050" y="148945"/>
                </a:lnTo>
                <a:lnTo>
                  <a:pt x="227050" y="146316"/>
                </a:lnTo>
                <a:close/>
              </a:path>
              <a:path w="2009775" h="1438275">
                <a:moveTo>
                  <a:pt x="227050" y="98691"/>
                </a:moveTo>
                <a:lnTo>
                  <a:pt x="226580" y="97574"/>
                </a:lnTo>
                <a:lnTo>
                  <a:pt x="224726" y="95707"/>
                </a:lnTo>
                <a:lnTo>
                  <a:pt x="223608" y="95237"/>
                </a:lnTo>
                <a:lnTo>
                  <a:pt x="220980" y="95237"/>
                </a:lnTo>
                <a:lnTo>
                  <a:pt x="219849" y="95707"/>
                </a:lnTo>
                <a:lnTo>
                  <a:pt x="217995" y="97574"/>
                </a:lnTo>
                <a:lnTo>
                  <a:pt x="217525" y="98691"/>
                </a:lnTo>
                <a:lnTo>
                  <a:pt x="217525" y="101320"/>
                </a:lnTo>
                <a:lnTo>
                  <a:pt x="217995" y="102438"/>
                </a:lnTo>
                <a:lnTo>
                  <a:pt x="219849" y="104305"/>
                </a:lnTo>
                <a:lnTo>
                  <a:pt x="220980" y="104762"/>
                </a:lnTo>
                <a:lnTo>
                  <a:pt x="223608" y="104762"/>
                </a:lnTo>
                <a:lnTo>
                  <a:pt x="224726" y="104305"/>
                </a:lnTo>
                <a:lnTo>
                  <a:pt x="226580" y="102438"/>
                </a:lnTo>
                <a:lnTo>
                  <a:pt x="227050" y="101320"/>
                </a:lnTo>
                <a:lnTo>
                  <a:pt x="227050" y="98691"/>
                </a:lnTo>
                <a:close/>
              </a:path>
              <a:path w="2009775" h="1438275">
                <a:moveTo>
                  <a:pt x="227050" y="51066"/>
                </a:moveTo>
                <a:lnTo>
                  <a:pt x="226580" y="49949"/>
                </a:lnTo>
                <a:lnTo>
                  <a:pt x="224726" y="48082"/>
                </a:lnTo>
                <a:lnTo>
                  <a:pt x="223608" y="47625"/>
                </a:lnTo>
                <a:lnTo>
                  <a:pt x="220980" y="47625"/>
                </a:lnTo>
                <a:lnTo>
                  <a:pt x="219849" y="48082"/>
                </a:lnTo>
                <a:lnTo>
                  <a:pt x="217995" y="49949"/>
                </a:lnTo>
                <a:lnTo>
                  <a:pt x="217525" y="51066"/>
                </a:lnTo>
                <a:lnTo>
                  <a:pt x="217525" y="53695"/>
                </a:lnTo>
                <a:lnTo>
                  <a:pt x="217995" y="54813"/>
                </a:lnTo>
                <a:lnTo>
                  <a:pt x="219849" y="56680"/>
                </a:lnTo>
                <a:lnTo>
                  <a:pt x="220980" y="57137"/>
                </a:lnTo>
                <a:lnTo>
                  <a:pt x="223608" y="57137"/>
                </a:lnTo>
                <a:lnTo>
                  <a:pt x="224726" y="56680"/>
                </a:lnTo>
                <a:lnTo>
                  <a:pt x="226580" y="54813"/>
                </a:lnTo>
                <a:lnTo>
                  <a:pt x="227050" y="53695"/>
                </a:lnTo>
                <a:lnTo>
                  <a:pt x="227050" y="51066"/>
                </a:lnTo>
                <a:close/>
              </a:path>
              <a:path w="2009775" h="1438275">
                <a:moveTo>
                  <a:pt x="227050" y="3441"/>
                </a:moveTo>
                <a:lnTo>
                  <a:pt x="226580" y="2324"/>
                </a:lnTo>
                <a:lnTo>
                  <a:pt x="224726" y="457"/>
                </a:lnTo>
                <a:lnTo>
                  <a:pt x="223608" y="0"/>
                </a:lnTo>
                <a:lnTo>
                  <a:pt x="220980" y="0"/>
                </a:lnTo>
                <a:lnTo>
                  <a:pt x="219849" y="457"/>
                </a:lnTo>
                <a:lnTo>
                  <a:pt x="217995" y="2324"/>
                </a:lnTo>
                <a:lnTo>
                  <a:pt x="217525" y="3441"/>
                </a:lnTo>
                <a:lnTo>
                  <a:pt x="217525" y="6070"/>
                </a:lnTo>
                <a:lnTo>
                  <a:pt x="217995" y="7188"/>
                </a:lnTo>
                <a:lnTo>
                  <a:pt x="219849" y="9055"/>
                </a:lnTo>
                <a:lnTo>
                  <a:pt x="220980" y="9512"/>
                </a:lnTo>
                <a:lnTo>
                  <a:pt x="223608" y="9512"/>
                </a:lnTo>
                <a:lnTo>
                  <a:pt x="224726" y="9055"/>
                </a:lnTo>
                <a:lnTo>
                  <a:pt x="226580" y="7188"/>
                </a:lnTo>
                <a:lnTo>
                  <a:pt x="227050" y="6070"/>
                </a:lnTo>
                <a:lnTo>
                  <a:pt x="227050" y="3441"/>
                </a:lnTo>
                <a:close/>
              </a:path>
              <a:path w="2009775" h="1438275">
                <a:moveTo>
                  <a:pt x="247650" y="1427429"/>
                </a:moveTo>
                <a:lnTo>
                  <a:pt x="247192" y="1426311"/>
                </a:lnTo>
                <a:lnTo>
                  <a:pt x="245325" y="1424444"/>
                </a:lnTo>
                <a:lnTo>
                  <a:pt x="244208" y="1423974"/>
                </a:lnTo>
                <a:lnTo>
                  <a:pt x="241579" y="1423974"/>
                </a:lnTo>
                <a:lnTo>
                  <a:pt x="240461" y="1424444"/>
                </a:lnTo>
                <a:lnTo>
                  <a:pt x="238594" y="1426311"/>
                </a:lnTo>
                <a:lnTo>
                  <a:pt x="238125" y="1427429"/>
                </a:lnTo>
                <a:lnTo>
                  <a:pt x="238125" y="1430058"/>
                </a:lnTo>
                <a:lnTo>
                  <a:pt x="238594" y="1431175"/>
                </a:lnTo>
                <a:lnTo>
                  <a:pt x="240461" y="1433042"/>
                </a:lnTo>
                <a:lnTo>
                  <a:pt x="241579" y="1433499"/>
                </a:lnTo>
                <a:lnTo>
                  <a:pt x="244208" y="1433499"/>
                </a:lnTo>
                <a:lnTo>
                  <a:pt x="245325" y="1433042"/>
                </a:lnTo>
                <a:lnTo>
                  <a:pt x="247192" y="1431175"/>
                </a:lnTo>
                <a:lnTo>
                  <a:pt x="247650" y="1430058"/>
                </a:lnTo>
                <a:lnTo>
                  <a:pt x="247650" y="1427429"/>
                </a:lnTo>
                <a:close/>
              </a:path>
              <a:path w="2009775" h="1438275">
                <a:moveTo>
                  <a:pt x="247650" y="717816"/>
                </a:moveTo>
                <a:lnTo>
                  <a:pt x="247192" y="716699"/>
                </a:lnTo>
                <a:lnTo>
                  <a:pt x="245325" y="714832"/>
                </a:lnTo>
                <a:lnTo>
                  <a:pt x="244208" y="714362"/>
                </a:lnTo>
                <a:lnTo>
                  <a:pt x="241579" y="714362"/>
                </a:lnTo>
                <a:lnTo>
                  <a:pt x="240461" y="714832"/>
                </a:lnTo>
                <a:lnTo>
                  <a:pt x="238594" y="716699"/>
                </a:lnTo>
                <a:lnTo>
                  <a:pt x="238125" y="717816"/>
                </a:lnTo>
                <a:lnTo>
                  <a:pt x="238125" y="720445"/>
                </a:lnTo>
                <a:lnTo>
                  <a:pt x="238594" y="721563"/>
                </a:lnTo>
                <a:lnTo>
                  <a:pt x="240461" y="723430"/>
                </a:lnTo>
                <a:lnTo>
                  <a:pt x="241579" y="723887"/>
                </a:lnTo>
                <a:lnTo>
                  <a:pt x="244208" y="723887"/>
                </a:lnTo>
                <a:lnTo>
                  <a:pt x="245325" y="723430"/>
                </a:lnTo>
                <a:lnTo>
                  <a:pt x="247192" y="721563"/>
                </a:lnTo>
                <a:lnTo>
                  <a:pt x="247650" y="720445"/>
                </a:lnTo>
                <a:lnTo>
                  <a:pt x="247650" y="717816"/>
                </a:lnTo>
                <a:close/>
              </a:path>
              <a:path w="2009775" h="1438275">
                <a:moveTo>
                  <a:pt x="247650" y="8204"/>
                </a:moveTo>
                <a:lnTo>
                  <a:pt x="247192" y="7086"/>
                </a:lnTo>
                <a:lnTo>
                  <a:pt x="245325" y="5219"/>
                </a:lnTo>
                <a:lnTo>
                  <a:pt x="244208" y="4749"/>
                </a:lnTo>
                <a:lnTo>
                  <a:pt x="241579" y="4749"/>
                </a:lnTo>
                <a:lnTo>
                  <a:pt x="240461" y="5219"/>
                </a:lnTo>
                <a:lnTo>
                  <a:pt x="238594" y="7086"/>
                </a:lnTo>
                <a:lnTo>
                  <a:pt x="238125" y="8204"/>
                </a:lnTo>
                <a:lnTo>
                  <a:pt x="238125" y="10833"/>
                </a:lnTo>
                <a:lnTo>
                  <a:pt x="238594" y="11950"/>
                </a:lnTo>
                <a:lnTo>
                  <a:pt x="240461" y="13817"/>
                </a:lnTo>
                <a:lnTo>
                  <a:pt x="241579" y="14274"/>
                </a:lnTo>
                <a:lnTo>
                  <a:pt x="244208" y="14274"/>
                </a:lnTo>
                <a:lnTo>
                  <a:pt x="245325" y="13817"/>
                </a:lnTo>
                <a:lnTo>
                  <a:pt x="247192" y="11950"/>
                </a:lnTo>
                <a:lnTo>
                  <a:pt x="247650" y="10833"/>
                </a:lnTo>
                <a:lnTo>
                  <a:pt x="247650" y="8204"/>
                </a:lnTo>
                <a:close/>
              </a:path>
              <a:path w="2009775" h="1438275">
                <a:moveTo>
                  <a:pt x="295275" y="1427429"/>
                </a:moveTo>
                <a:lnTo>
                  <a:pt x="294817" y="1426311"/>
                </a:lnTo>
                <a:lnTo>
                  <a:pt x="292950" y="1424444"/>
                </a:lnTo>
                <a:lnTo>
                  <a:pt x="291833" y="1423974"/>
                </a:lnTo>
                <a:lnTo>
                  <a:pt x="289204" y="1423974"/>
                </a:lnTo>
                <a:lnTo>
                  <a:pt x="288086" y="1424444"/>
                </a:lnTo>
                <a:lnTo>
                  <a:pt x="286219" y="1426311"/>
                </a:lnTo>
                <a:lnTo>
                  <a:pt x="285750" y="1427429"/>
                </a:lnTo>
                <a:lnTo>
                  <a:pt x="285750" y="1430058"/>
                </a:lnTo>
                <a:lnTo>
                  <a:pt x="286219" y="1431175"/>
                </a:lnTo>
                <a:lnTo>
                  <a:pt x="288086" y="1433042"/>
                </a:lnTo>
                <a:lnTo>
                  <a:pt x="289204" y="1433499"/>
                </a:lnTo>
                <a:lnTo>
                  <a:pt x="291833" y="1433499"/>
                </a:lnTo>
                <a:lnTo>
                  <a:pt x="292950" y="1433042"/>
                </a:lnTo>
                <a:lnTo>
                  <a:pt x="294817" y="1431175"/>
                </a:lnTo>
                <a:lnTo>
                  <a:pt x="295275" y="1430058"/>
                </a:lnTo>
                <a:lnTo>
                  <a:pt x="295275" y="1427429"/>
                </a:lnTo>
                <a:close/>
              </a:path>
              <a:path w="2009775" h="1438275">
                <a:moveTo>
                  <a:pt x="295275" y="717816"/>
                </a:moveTo>
                <a:lnTo>
                  <a:pt x="294817" y="716699"/>
                </a:lnTo>
                <a:lnTo>
                  <a:pt x="292950" y="714832"/>
                </a:lnTo>
                <a:lnTo>
                  <a:pt x="291833" y="714362"/>
                </a:lnTo>
                <a:lnTo>
                  <a:pt x="289204" y="714362"/>
                </a:lnTo>
                <a:lnTo>
                  <a:pt x="288086" y="714832"/>
                </a:lnTo>
                <a:lnTo>
                  <a:pt x="286219" y="716699"/>
                </a:lnTo>
                <a:lnTo>
                  <a:pt x="285750" y="717816"/>
                </a:lnTo>
                <a:lnTo>
                  <a:pt x="285750" y="720445"/>
                </a:lnTo>
                <a:lnTo>
                  <a:pt x="286219" y="721563"/>
                </a:lnTo>
                <a:lnTo>
                  <a:pt x="288086" y="723430"/>
                </a:lnTo>
                <a:lnTo>
                  <a:pt x="289204" y="723887"/>
                </a:lnTo>
                <a:lnTo>
                  <a:pt x="291833" y="723887"/>
                </a:lnTo>
                <a:lnTo>
                  <a:pt x="292950" y="723430"/>
                </a:lnTo>
                <a:lnTo>
                  <a:pt x="294817" y="721563"/>
                </a:lnTo>
                <a:lnTo>
                  <a:pt x="295275" y="720445"/>
                </a:lnTo>
                <a:lnTo>
                  <a:pt x="295275" y="717816"/>
                </a:lnTo>
                <a:close/>
              </a:path>
              <a:path w="2009775" h="1438275">
                <a:moveTo>
                  <a:pt x="295275" y="8204"/>
                </a:moveTo>
                <a:lnTo>
                  <a:pt x="294817" y="7086"/>
                </a:lnTo>
                <a:lnTo>
                  <a:pt x="292950" y="5219"/>
                </a:lnTo>
                <a:lnTo>
                  <a:pt x="291833" y="4749"/>
                </a:lnTo>
                <a:lnTo>
                  <a:pt x="289204" y="4749"/>
                </a:lnTo>
                <a:lnTo>
                  <a:pt x="288086" y="5219"/>
                </a:lnTo>
                <a:lnTo>
                  <a:pt x="286219" y="7086"/>
                </a:lnTo>
                <a:lnTo>
                  <a:pt x="285750" y="8204"/>
                </a:lnTo>
                <a:lnTo>
                  <a:pt x="285750" y="10833"/>
                </a:lnTo>
                <a:lnTo>
                  <a:pt x="286219" y="11950"/>
                </a:lnTo>
                <a:lnTo>
                  <a:pt x="288086" y="13817"/>
                </a:lnTo>
                <a:lnTo>
                  <a:pt x="289204" y="14274"/>
                </a:lnTo>
                <a:lnTo>
                  <a:pt x="291833" y="14274"/>
                </a:lnTo>
                <a:lnTo>
                  <a:pt x="292950" y="13817"/>
                </a:lnTo>
                <a:lnTo>
                  <a:pt x="294817" y="11950"/>
                </a:lnTo>
                <a:lnTo>
                  <a:pt x="295275" y="10833"/>
                </a:lnTo>
                <a:lnTo>
                  <a:pt x="295275" y="8204"/>
                </a:lnTo>
                <a:close/>
              </a:path>
              <a:path w="2009775" h="1438275">
                <a:moveTo>
                  <a:pt x="342900" y="1427429"/>
                </a:moveTo>
                <a:lnTo>
                  <a:pt x="342442" y="1426311"/>
                </a:lnTo>
                <a:lnTo>
                  <a:pt x="340575" y="1424444"/>
                </a:lnTo>
                <a:lnTo>
                  <a:pt x="339458" y="1423974"/>
                </a:lnTo>
                <a:lnTo>
                  <a:pt x="336829" y="1423974"/>
                </a:lnTo>
                <a:lnTo>
                  <a:pt x="335711" y="1424444"/>
                </a:lnTo>
                <a:lnTo>
                  <a:pt x="333844" y="1426311"/>
                </a:lnTo>
                <a:lnTo>
                  <a:pt x="333375" y="1427429"/>
                </a:lnTo>
                <a:lnTo>
                  <a:pt x="333375" y="1430058"/>
                </a:lnTo>
                <a:lnTo>
                  <a:pt x="333844" y="1431175"/>
                </a:lnTo>
                <a:lnTo>
                  <a:pt x="335711" y="1433042"/>
                </a:lnTo>
                <a:lnTo>
                  <a:pt x="336829" y="1433499"/>
                </a:lnTo>
                <a:lnTo>
                  <a:pt x="339458" y="1433499"/>
                </a:lnTo>
                <a:lnTo>
                  <a:pt x="340575" y="1433042"/>
                </a:lnTo>
                <a:lnTo>
                  <a:pt x="342442" y="1431175"/>
                </a:lnTo>
                <a:lnTo>
                  <a:pt x="342900" y="1430058"/>
                </a:lnTo>
                <a:lnTo>
                  <a:pt x="342900" y="1427429"/>
                </a:lnTo>
                <a:close/>
              </a:path>
              <a:path w="2009775" h="1438275">
                <a:moveTo>
                  <a:pt x="342900" y="717816"/>
                </a:moveTo>
                <a:lnTo>
                  <a:pt x="342442" y="716699"/>
                </a:lnTo>
                <a:lnTo>
                  <a:pt x="340575" y="714832"/>
                </a:lnTo>
                <a:lnTo>
                  <a:pt x="339458" y="714362"/>
                </a:lnTo>
                <a:lnTo>
                  <a:pt x="336829" y="714362"/>
                </a:lnTo>
                <a:lnTo>
                  <a:pt x="335711" y="714832"/>
                </a:lnTo>
                <a:lnTo>
                  <a:pt x="333844" y="716699"/>
                </a:lnTo>
                <a:lnTo>
                  <a:pt x="333375" y="717816"/>
                </a:lnTo>
                <a:lnTo>
                  <a:pt x="333375" y="720445"/>
                </a:lnTo>
                <a:lnTo>
                  <a:pt x="333844" y="721563"/>
                </a:lnTo>
                <a:lnTo>
                  <a:pt x="335711" y="723430"/>
                </a:lnTo>
                <a:lnTo>
                  <a:pt x="336829" y="723887"/>
                </a:lnTo>
                <a:lnTo>
                  <a:pt x="339458" y="723887"/>
                </a:lnTo>
                <a:lnTo>
                  <a:pt x="340575" y="723430"/>
                </a:lnTo>
                <a:lnTo>
                  <a:pt x="342442" y="721563"/>
                </a:lnTo>
                <a:lnTo>
                  <a:pt x="342900" y="720445"/>
                </a:lnTo>
                <a:lnTo>
                  <a:pt x="342900" y="717816"/>
                </a:lnTo>
                <a:close/>
              </a:path>
              <a:path w="2009775" h="1438275">
                <a:moveTo>
                  <a:pt x="342900" y="8204"/>
                </a:moveTo>
                <a:lnTo>
                  <a:pt x="342442" y="7086"/>
                </a:lnTo>
                <a:lnTo>
                  <a:pt x="340575" y="5219"/>
                </a:lnTo>
                <a:lnTo>
                  <a:pt x="339458" y="4749"/>
                </a:lnTo>
                <a:lnTo>
                  <a:pt x="336829" y="4749"/>
                </a:lnTo>
                <a:lnTo>
                  <a:pt x="335711" y="5219"/>
                </a:lnTo>
                <a:lnTo>
                  <a:pt x="333844" y="7086"/>
                </a:lnTo>
                <a:lnTo>
                  <a:pt x="333375" y="8204"/>
                </a:lnTo>
                <a:lnTo>
                  <a:pt x="333375" y="10833"/>
                </a:lnTo>
                <a:lnTo>
                  <a:pt x="333844" y="11950"/>
                </a:lnTo>
                <a:lnTo>
                  <a:pt x="335711" y="13817"/>
                </a:lnTo>
                <a:lnTo>
                  <a:pt x="336829" y="14274"/>
                </a:lnTo>
                <a:lnTo>
                  <a:pt x="339458" y="14274"/>
                </a:lnTo>
                <a:lnTo>
                  <a:pt x="340575" y="13817"/>
                </a:lnTo>
                <a:lnTo>
                  <a:pt x="342442" y="11950"/>
                </a:lnTo>
                <a:lnTo>
                  <a:pt x="342900" y="10833"/>
                </a:lnTo>
                <a:lnTo>
                  <a:pt x="342900" y="8204"/>
                </a:lnTo>
                <a:close/>
              </a:path>
              <a:path w="2009775" h="1438275">
                <a:moveTo>
                  <a:pt x="390525" y="1427429"/>
                </a:moveTo>
                <a:lnTo>
                  <a:pt x="390067" y="1426311"/>
                </a:lnTo>
                <a:lnTo>
                  <a:pt x="388200" y="1424444"/>
                </a:lnTo>
                <a:lnTo>
                  <a:pt x="387083" y="1423974"/>
                </a:lnTo>
                <a:lnTo>
                  <a:pt x="384454" y="1423974"/>
                </a:lnTo>
                <a:lnTo>
                  <a:pt x="383336" y="1424444"/>
                </a:lnTo>
                <a:lnTo>
                  <a:pt x="381469" y="1426311"/>
                </a:lnTo>
                <a:lnTo>
                  <a:pt x="381000" y="1427429"/>
                </a:lnTo>
                <a:lnTo>
                  <a:pt x="381000" y="1430058"/>
                </a:lnTo>
                <a:lnTo>
                  <a:pt x="381469" y="1431175"/>
                </a:lnTo>
                <a:lnTo>
                  <a:pt x="383336" y="1433042"/>
                </a:lnTo>
                <a:lnTo>
                  <a:pt x="384454" y="1433499"/>
                </a:lnTo>
                <a:lnTo>
                  <a:pt x="387083" y="1433499"/>
                </a:lnTo>
                <a:lnTo>
                  <a:pt x="388200" y="1433042"/>
                </a:lnTo>
                <a:lnTo>
                  <a:pt x="390067" y="1431175"/>
                </a:lnTo>
                <a:lnTo>
                  <a:pt x="390525" y="1430058"/>
                </a:lnTo>
                <a:lnTo>
                  <a:pt x="390525" y="1427429"/>
                </a:lnTo>
                <a:close/>
              </a:path>
              <a:path w="2009775" h="1438275">
                <a:moveTo>
                  <a:pt x="390525" y="717816"/>
                </a:moveTo>
                <a:lnTo>
                  <a:pt x="390067" y="716699"/>
                </a:lnTo>
                <a:lnTo>
                  <a:pt x="388200" y="714832"/>
                </a:lnTo>
                <a:lnTo>
                  <a:pt x="387083" y="714362"/>
                </a:lnTo>
                <a:lnTo>
                  <a:pt x="384454" y="714362"/>
                </a:lnTo>
                <a:lnTo>
                  <a:pt x="383336" y="714832"/>
                </a:lnTo>
                <a:lnTo>
                  <a:pt x="381469" y="716699"/>
                </a:lnTo>
                <a:lnTo>
                  <a:pt x="381000" y="717816"/>
                </a:lnTo>
                <a:lnTo>
                  <a:pt x="381000" y="720445"/>
                </a:lnTo>
                <a:lnTo>
                  <a:pt x="381469" y="721563"/>
                </a:lnTo>
                <a:lnTo>
                  <a:pt x="383336" y="723430"/>
                </a:lnTo>
                <a:lnTo>
                  <a:pt x="384454" y="723887"/>
                </a:lnTo>
                <a:lnTo>
                  <a:pt x="387083" y="723887"/>
                </a:lnTo>
                <a:lnTo>
                  <a:pt x="388200" y="723430"/>
                </a:lnTo>
                <a:lnTo>
                  <a:pt x="390067" y="721563"/>
                </a:lnTo>
                <a:lnTo>
                  <a:pt x="390525" y="720445"/>
                </a:lnTo>
                <a:lnTo>
                  <a:pt x="390525" y="717816"/>
                </a:lnTo>
                <a:close/>
              </a:path>
              <a:path w="2009775" h="1438275">
                <a:moveTo>
                  <a:pt x="390525" y="8204"/>
                </a:moveTo>
                <a:lnTo>
                  <a:pt x="390067" y="7086"/>
                </a:lnTo>
                <a:lnTo>
                  <a:pt x="388200" y="5219"/>
                </a:lnTo>
                <a:lnTo>
                  <a:pt x="387083" y="4749"/>
                </a:lnTo>
                <a:lnTo>
                  <a:pt x="384454" y="4749"/>
                </a:lnTo>
                <a:lnTo>
                  <a:pt x="383336" y="5219"/>
                </a:lnTo>
                <a:lnTo>
                  <a:pt x="381469" y="7086"/>
                </a:lnTo>
                <a:lnTo>
                  <a:pt x="381000" y="8204"/>
                </a:lnTo>
                <a:lnTo>
                  <a:pt x="381000" y="10833"/>
                </a:lnTo>
                <a:lnTo>
                  <a:pt x="381469" y="11950"/>
                </a:lnTo>
                <a:lnTo>
                  <a:pt x="383336" y="13817"/>
                </a:lnTo>
                <a:lnTo>
                  <a:pt x="384454" y="14274"/>
                </a:lnTo>
                <a:lnTo>
                  <a:pt x="387083" y="14274"/>
                </a:lnTo>
                <a:lnTo>
                  <a:pt x="388200" y="13817"/>
                </a:lnTo>
                <a:lnTo>
                  <a:pt x="390067" y="11950"/>
                </a:lnTo>
                <a:lnTo>
                  <a:pt x="390525" y="10833"/>
                </a:lnTo>
                <a:lnTo>
                  <a:pt x="390525" y="8204"/>
                </a:lnTo>
                <a:close/>
              </a:path>
              <a:path w="2009775" h="1438275">
                <a:moveTo>
                  <a:pt x="438150" y="1427429"/>
                </a:moveTo>
                <a:lnTo>
                  <a:pt x="437692" y="1426311"/>
                </a:lnTo>
                <a:lnTo>
                  <a:pt x="435825" y="1424444"/>
                </a:lnTo>
                <a:lnTo>
                  <a:pt x="434708" y="1423974"/>
                </a:lnTo>
                <a:lnTo>
                  <a:pt x="432079" y="1423974"/>
                </a:lnTo>
                <a:lnTo>
                  <a:pt x="430961" y="1424444"/>
                </a:lnTo>
                <a:lnTo>
                  <a:pt x="429094" y="1426311"/>
                </a:lnTo>
                <a:lnTo>
                  <a:pt x="428625" y="1427429"/>
                </a:lnTo>
                <a:lnTo>
                  <a:pt x="428625" y="1430058"/>
                </a:lnTo>
                <a:lnTo>
                  <a:pt x="429094" y="1431175"/>
                </a:lnTo>
                <a:lnTo>
                  <a:pt x="430961" y="1433042"/>
                </a:lnTo>
                <a:lnTo>
                  <a:pt x="432079" y="1433499"/>
                </a:lnTo>
                <a:lnTo>
                  <a:pt x="434708" y="1433499"/>
                </a:lnTo>
                <a:lnTo>
                  <a:pt x="435825" y="1433042"/>
                </a:lnTo>
                <a:lnTo>
                  <a:pt x="437692" y="1431175"/>
                </a:lnTo>
                <a:lnTo>
                  <a:pt x="438150" y="1430058"/>
                </a:lnTo>
                <a:lnTo>
                  <a:pt x="438150" y="1427429"/>
                </a:lnTo>
                <a:close/>
              </a:path>
              <a:path w="2009775" h="1438275">
                <a:moveTo>
                  <a:pt x="438150" y="717816"/>
                </a:moveTo>
                <a:lnTo>
                  <a:pt x="437692" y="716699"/>
                </a:lnTo>
                <a:lnTo>
                  <a:pt x="435825" y="714832"/>
                </a:lnTo>
                <a:lnTo>
                  <a:pt x="434708" y="714362"/>
                </a:lnTo>
                <a:lnTo>
                  <a:pt x="432079" y="714362"/>
                </a:lnTo>
                <a:lnTo>
                  <a:pt x="430961" y="714832"/>
                </a:lnTo>
                <a:lnTo>
                  <a:pt x="429094" y="716699"/>
                </a:lnTo>
                <a:lnTo>
                  <a:pt x="428625" y="717816"/>
                </a:lnTo>
                <a:lnTo>
                  <a:pt x="428625" y="720445"/>
                </a:lnTo>
                <a:lnTo>
                  <a:pt x="429094" y="721563"/>
                </a:lnTo>
                <a:lnTo>
                  <a:pt x="430961" y="723430"/>
                </a:lnTo>
                <a:lnTo>
                  <a:pt x="432079" y="723887"/>
                </a:lnTo>
                <a:lnTo>
                  <a:pt x="434708" y="723887"/>
                </a:lnTo>
                <a:lnTo>
                  <a:pt x="435825" y="723430"/>
                </a:lnTo>
                <a:lnTo>
                  <a:pt x="437692" y="721563"/>
                </a:lnTo>
                <a:lnTo>
                  <a:pt x="438150" y="720445"/>
                </a:lnTo>
                <a:lnTo>
                  <a:pt x="438150" y="717816"/>
                </a:lnTo>
                <a:close/>
              </a:path>
              <a:path w="2009775" h="1438275">
                <a:moveTo>
                  <a:pt x="438150" y="8204"/>
                </a:moveTo>
                <a:lnTo>
                  <a:pt x="437692" y="7086"/>
                </a:lnTo>
                <a:lnTo>
                  <a:pt x="435825" y="5219"/>
                </a:lnTo>
                <a:lnTo>
                  <a:pt x="434708" y="4749"/>
                </a:lnTo>
                <a:lnTo>
                  <a:pt x="432079" y="4749"/>
                </a:lnTo>
                <a:lnTo>
                  <a:pt x="430961" y="5219"/>
                </a:lnTo>
                <a:lnTo>
                  <a:pt x="429094" y="7086"/>
                </a:lnTo>
                <a:lnTo>
                  <a:pt x="428625" y="8204"/>
                </a:lnTo>
                <a:lnTo>
                  <a:pt x="428625" y="10833"/>
                </a:lnTo>
                <a:lnTo>
                  <a:pt x="429094" y="11950"/>
                </a:lnTo>
                <a:lnTo>
                  <a:pt x="430961" y="13817"/>
                </a:lnTo>
                <a:lnTo>
                  <a:pt x="432079" y="14274"/>
                </a:lnTo>
                <a:lnTo>
                  <a:pt x="434708" y="14274"/>
                </a:lnTo>
                <a:lnTo>
                  <a:pt x="435825" y="13817"/>
                </a:lnTo>
                <a:lnTo>
                  <a:pt x="437692" y="11950"/>
                </a:lnTo>
                <a:lnTo>
                  <a:pt x="438150" y="10833"/>
                </a:lnTo>
                <a:lnTo>
                  <a:pt x="438150" y="8204"/>
                </a:lnTo>
                <a:close/>
              </a:path>
              <a:path w="2009775" h="1438275">
                <a:moveTo>
                  <a:pt x="485775" y="1427429"/>
                </a:moveTo>
                <a:lnTo>
                  <a:pt x="485317" y="1426311"/>
                </a:lnTo>
                <a:lnTo>
                  <a:pt x="483450" y="1424444"/>
                </a:lnTo>
                <a:lnTo>
                  <a:pt x="482333" y="1423974"/>
                </a:lnTo>
                <a:lnTo>
                  <a:pt x="479704" y="1423974"/>
                </a:lnTo>
                <a:lnTo>
                  <a:pt x="478586" y="1424444"/>
                </a:lnTo>
                <a:lnTo>
                  <a:pt x="476719" y="1426311"/>
                </a:lnTo>
                <a:lnTo>
                  <a:pt x="476250" y="1427429"/>
                </a:lnTo>
                <a:lnTo>
                  <a:pt x="476250" y="1430058"/>
                </a:lnTo>
                <a:lnTo>
                  <a:pt x="476719" y="1431175"/>
                </a:lnTo>
                <a:lnTo>
                  <a:pt x="478586" y="1433042"/>
                </a:lnTo>
                <a:lnTo>
                  <a:pt x="479704" y="1433499"/>
                </a:lnTo>
                <a:lnTo>
                  <a:pt x="482333" y="1433499"/>
                </a:lnTo>
                <a:lnTo>
                  <a:pt x="483450" y="1433042"/>
                </a:lnTo>
                <a:lnTo>
                  <a:pt x="485317" y="1431175"/>
                </a:lnTo>
                <a:lnTo>
                  <a:pt x="485775" y="1430058"/>
                </a:lnTo>
                <a:lnTo>
                  <a:pt x="485775" y="1427429"/>
                </a:lnTo>
                <a:close/>
              </a:path>
              <a:path w="2009775" h="1438275">
                <a:moveTo>
                  <a:pt x="485775" y="717816"/>
                </a:moveTo>
                <a:lnTo>
                  <a:pt x="485317" y="716699"/>
                </a:lnTo>
                <a:lnTo>
                  <a:pt x="483450" y="714832"/>
                </a:lnTo>
                <a:lnTo>
                  <a:pt x="482333" y="714362"/>
                </a:lnTo>
                <a:lnTo>
                  <a:pt x="479704" y="714362"/>
                </a:lnTo>
                <a:lnTo>
                  <a:pt x="478586" y="714832"/>
                </a:lnTo>
                <a:lnTo>
                  <a:pt x="476719" y="716699"/>
                </a:lnTo>
                <a:lnTo>
                  <a:pt x="476250" y="717816"/>
                </a:lnTo>
                <a:lnTo>
                  <a:pt x="476250" y="720445"/>
                </a:lnTo>
                <a:lnTo>
                  <a:pt x="476719" y="721563"/>
                </a:lnTo>
                <a:lnTo>
                  <a:pt x="478586" y="723430"/>
                </a:lnTo>
                <a:lnTo>
                  <a:pt x="479704" y="723887"/>
                </a:lnTo>
                <a:lnTo>
                  <a:pt x="482333" y="723887"/>
                </a:lnTo>
                <a:lnTo>
                  <a:pt x="483450" y="723430"/>
                </a:lnTo>
                <a:lnTo>
                  <a:pt x="485317" y="721563"/>
                </a:lnTo>
                <a:lnTo>
                  <a:pt x="485775" y="720445"/>
                </a:lnTo>
                <a:lnTo>
                  <a:pt x="485775" y="717816"/>
                </a:lnTo>
                <a:close/>
              </a:path>
              <a:path w="2009775" h="1438275">
                <a:moveTo>
                  <a:pt x="485775" y="8204"/>
                </a:moveTo>
                <a:lnTo>
                  <a:pt x="485317" y="7086"/>
                </a:lnTo>
                <a:lnTo>
                  <a:pt x="483450" y="5219"/>
                </a:lnTo>
                <a:lnTo>
                  <a:pt x="482333" y="4749"/>
                </a:lnTo>
                <a:lnTo>
                  <a:pt x="479704" y="4749"/>
                </a:lnTo>
                <a:lnTo>
                  <a:pt x="478586" y="5219"/>
                </a:lnTo>
                <a:lnTo>
                  <a:pt x="476719" y="7086"/>
                </a:lnTo>
                <a:lnTo>
                  <a:pt x="476250" y="8204"/>
                </a:lnTo>
                <a:lnTo>
                  <a:pt x="476250" y="10833"/>
                </a:lnTo>
                <a:lnTo>
                  <a:pt x="476719" y="11950"/>
                </a:lnTo>
                <a:lnTo>
                  <a:pt x="478586" y="13817"/>
                </a:lnTo>
                <a:lnTo>
                  <a:pt x="479704" y="14274"/>
                </a:lnTo>
                <a:lnTo>
                  <a:pt x="482333" y="14274"/>
                </a:lnTo>
                <a:lnTo>
                  <a:pt x="483450" y="13817"/>
                </a:lnTo>
                <a:lnTo>
                  <a:pt x="485317" y="11950"/>
                </a:lnTo>
                <a:lnTo>
                  <a:pt x="485775" y="10833"/>
                </a:lnTo>
                <a:lnTo>
                  <a:pt x="485775" y="8204"/>
                </a:lnTo>
                <a:close/>
              </a:path>
              <a:path w="2009775" h="1438275">
                <a:moveTo>
                  <a:pt x="533400" y="1427429"/>
                </a:moveTo>
                <a:lnTo>
                  <a:pt x="532942" y="1426311"/>
                </a:lnTo>
                <a:lnTo>
                  <a:pt x="531075" y="1424444"/>
                </a:lnTo>
                <a:lnTo>
                  <a:pt x="529958" y="1423974"/>
                </a:lnTo>
                <a:lnTo>
                  <a:pt x="527329" y="1423974"/>
                </a:lnTo>
                <a:lnTo>
                  <a:pt x="526211" y="1424444"/>
                </a:lnTo>
                <a:lnTo>
                  <a:pt x="524344" y="1426311"/>
                </a:lnTo>
                <a:lnTo>
                  <a:pt x="523875" y="1427429"/>
                </a:lnTo>
                <a:lnTo>
                  <a:pt x="523875" y="1430058"/>
                </a:lnTo>
                <a:lnTo>
                  <a:pt x="524344" y="1431175"/>
                </a:lnTo>
                <a:lnTo>
                  <a:pt x="526211" y="1433042"/>
                </a:lnTo>
                <a:lnTo>
                  <a:pt x="527329" y="1433499"/>
                </a:lnTo>
                <a:lnTo>
                  <a:pt x="529958" y="1433499"/>
                </a:lnTo>
                <a:lnTo>
                  <a:pt x="531075" y="1433042"/>
                </a:lnTo>
                <a:lnTo>
                  <a:pt x="532942" y="1431175"/>
                </a:lnTo>
                <a:lnTo>
                  <a:pt x="533400" y="1430058"/>
                </a:lnTo>
                <a:lnTo>
                  <a:pt x="533400" y="1427429"/>
                </a:lnTo>
                <a:close/>
              </a:path>
              <a:path w="2009775" h="1438275">
                <a:moveTo>
                  <a:pt x="533400" y="717816"/>
                </a:moveTo>
                <a:lnTo>
                  <a:pt x="532942" y="716699"/>
                </a:lnTo>
                <a:lnTo>
                  <a:pt x="531075" y="714832"/>
                </a:lnTo>
                <a:lnTo>
                  <a:pt x="529958" y="714362"/>
                </a:lnTo>
                <a:lnTo>
                  <a:pt x="527329" y="714362"/>
                </a:lnTo>
                <a:lnTo>
                  <a:pt x="526211" y="714832"/>
                </a:lnTo>
                <a:lnTo>
                  <a:pt x="524344" y="716699"/>
                </a:lnTo>
                <a:lnTo>
                  <a:pt x="523875" y="717816"/>
                </a:lnTo>
                <a:lnTo>
                  <a:pt x="523875" y="720445"/>
                </a:lnTo>
                <a:lnTo>
                  <a:pt x="524344" y="721563"/>
                </a:lnTo>
                <a:lnTo>
                  <a:pt x="526211" y="723430"/>
                </a:lnTo>
                <a:lnTo>
                  <a:pt x="527329" y="723887"/>
                </a:lnTo>
                <a:lnTo>
                  <a:pt x="529958" y="723887"/>
                </a:lnTo>
                <a:lnTo>
                  <a:pt x="531075" y="723430"/>
                </a:lnTo>
                <a:lnTo>
                  <a:pt x="532942" y="721563"/>
                </a:lnTo>
                <a:lnTo>
                  <a:pt x="533400" y="720445"/>
                </a:lnTo>
                <a:lnTo>
                  <a:pt x="533400" y="717816"/>
                </a:lnTo>
                <a:close/>
              </a:path>
              <a:path w="2009775" h="1438275">
                <a:moveTo>
                  <a:pt x="533400" y="8204"/>
                </a:moveTo>
                <a:lnTo>
                  <a:pt x="532942" y="7086"/>
                </a:lnTo>
                <a:lnTo>
                  <a:pt x="531075" y="5219"/>
                </a:lnTo>
                <a:lnTo>
                  <a:pt x="529958" y="4749"/>
                </a:lnTo>
                <a:lnTo>
                  <a:pt x="527329" y="4749"/>
                </a:lnTo>
                <a:lnTo>
                  <a:pt x="526211" y="5219"/>
                </a:lnTo>
                <a:lnTo>
                  <a:pt x="524344" y="7086"/>
                </a:lnTo>
                <a:lnTo>
                  <a:pt x="523875" y="8204"/>
                </a:lnTo>
                <a:lnTo>
                  <a:pt x="523875" y="10833"/>
                </a:lnTo>
                <a:lnTo>
                  <a:pt x="524344" y="11950"/>
                </a:lnTo>
                <a:lnTo>
                  <a:pt x="526211" y="13817"/>
                </a:lnTo>
                <a:lnTo>
                  <a:pt x="527329" y="14274"/>
                </a:lnTo>
                <a:lnTo>
                  <a:pt x="529958" y="14274"/>
                </a:lnTo>
                <a:lnTo>
                  <a:pt x="531075" y="13817"/>
                </a:lnTo>
                <a:lnTo>
                  <a:pt x="532942" y="11950"/>
                </a:lnTo>
                <a:lnTo>
                  <a:pt x="533400" y="10833"/>
                </a:lnTo>
                <a:lnTo>
                  <a:pt x="533400" y="8204"/>
                </a:lnTo>
                <a:close/>
              </a:path>
              <a:path w="2009775" h="1438275">
                <a:moveTo>
                  <a:pt x="581025" y="1427429"/>
                </a:moveTo>
                <a:lnTo>
                  <a:pt x="580567" y="1426311"/>
                </a:lnTo>
                <a:lnTo>
                  <a:pt x="578700" y="1424444"/>
                </a:lnTo>
                <a:lnTo>
                  <a:pt x="577583" y="1423974"/>
                </a:lnTo>
                <a:lnTo>
                  <a:pt x="574954" y="1423974"/>
                </a:lnTo>
                <a:lnTo>
                  <a:pt x="573836" y="1424444"/>
                </a:lnTo>
                <a:lnTo>
                  <a:pt x="571969" y="1426311"/>
                </a:lnTo>
                <a:lnTo>
                  <a:pt x="571500" y="1427429"/>
                </a:lnTo>
                <a:lnTo>
                  <a:pt x="571500" y="1430058"/>
                </a:lnTo>
                <a:lnTo>
                  <a:pt x="571969" y="1431175"/>
                </a:lnTo>
                <a:lnTo>
                  <a:pt x="573836" y="1433042"/>
                </a:lnTo>
                <a:lnTo>
                  <a:pt x="574954" y="1433499"/>
                </a:lnTo>
                <a:lnTo>
                  <a:pt x="577583" y="1433499"/>
                </a:lnTo>
                <a:lnTo>
                  <a:pt x="578700" y="1433042"/>
                </a:lnTo>
                <a:lnTo>
                  <a:pt x="580567" y="1431175"/>
                </a:lnTo>
                <a:lnTo>
                  <a:pt x="581025" y="1430058"/>
                </a:lnTo>
                <a:lnTo>
                  <a:pt x="581025" y="1427429"/>
                </a:lnTo>
                <a:close/>
              </a:path>
              <a:path w="2009775" h="1438275">
                <a:moveTo>
                  <a:pt x="581025" y="717816"/>
                </a:moveTo>
                <a:lnTo>
                  <a:pt x="580567" y="716699"/>
                </a:lnTo>
                <a:lnTo>
                  <a:pt x="578700" y="714832"/>
                </a:lnTo>
                <a:lnTo>
                  <a:pt x="577583" y="714362"/>
                </a:lnTo>
                <a:lnTo>
                  <a:pt x="574954" y="714362"/>
                </a:lnTo>
                <a:lnTo>
                  <a:pt x="573836" y="714832"/>
                </a:lnTo>
                <a:lnTo>
                  <a:pt x="571969" y="716699"/>
                </a:lnTo>
                <a:lnTo>
                  <a:pt x="571500" y="717816"/>
                </a:lnTo>
                <a:lnTo>
                  <a:pt x="571500" y="720445"/>
                </a:lnTo>
                <a:lnTo>
                  <a:pt x="571969" y="721563"/>
                </a:lnTo>
                <a:lnTo>
                  <a:pt x="573836" y="723430"/>
                </a:lnTo>
                <a:lnTo>
                  <a:pt x="574954" y="723887"/>
                </a:lnTo>
                <a:lnTo>
                  <a:pt x="577583" y="723887"/>
                </a:lnTo>
                <a:lnTo>
                  <a:pt x="578700" y="723430"/>
                </a:lnTo>
                <a:lnTo>
                  <a:pt x="580567" y="721563"/>
                </a:lnTo>
                <a:lnTo>
                  <a:pt x="581025" y="720445"/>
                </a:lnTo>
                <a:lnTo>
                  <a:pt x="581025" y="717816"/>
                </a:lnTo>
                <a:close/>
              </a:path>
              <a:path w="2009775" h="1438275">
                <a:moveTo>
                  <a:pt x="581025" y="8204"/>
                </a:moveTo>
                <a:lnTo>
                  <a:pt x="580567" y="7086"/>
                </a:lnTo>
                <a:lnTo>
                  <a:pt x="578700" y="5219"/>
                </a:lnTo>
                <a:lnTo>
                  <a:pt x="577583" y="4749"/>
                </a:lnTo>
                <a:lnTo>
                  <a:pt x="574954" y="4749"/>
                </a:lnTo>
                <a:lnTo>
                  <a:pt x="573836" y="5219"/>
                </a:lnTo>
                <a:lnTo>
                  <a:pt x="571969" y="7086"/>
                </a:lnTo>
                <a:lnTo>
                  <a:pt x="571500" y="8204"/>
                </a:lnTo>
                <a:lnTo>
                  <a:pt x="571500" y="10833"/>
                </a:lnTo>
                <a:lnTo>
                  <a:pt x="571969" y="11950"/>
                </a:lnTo>
                <a:lnTo>
                  <a:pt x="573836" y="13817"/>
                </a:lnTo>
                <a:lnTo>
                  <a:pt x="574954" y="14274"/>
                </a:lnTo>
                <a:lnTo>
                  <a:pt x="577583" y="14274"/>
                </a:lnTo>
                <a:lnTo>
                  <a:pt x="578700" y="13817"/>
                </a:lnTo>
                <a:lnTo>
                  <a:pt x="580567" y="11950"/>
                </a:lnTo>
                <a:lnTo>
                  <a:pt x="581025" y="10833"/>
                </a:lnTo>
                <a:lnTo>
                  <a:pt x="581025" y="8204"/>
                </a:lnTo>
                <a:close/>
              </a:path>
              <a:path w="2009775" h="1438275">
                <a:moveTo>
                  <a:pt x="628650" y="1427429"/>
                </a:moveTo>
                <a:lnTo>
                  <a:pt x="628192" y="1426311"/>
                </a:lnTo>
                <a:lnTo>
                  <a:pt x="626325" y="1424444"/>
                </a:lnTo>
                <a:lnTo>
                  <a:pt x="625208" y="1423974"/>
                </a:lnTo>
                <a:lnTo>
                  <a:pt x="622579" y="1423974"/>
                </a:lnTo>
                <a:lnTo>
                  <a:pt x="621461" y="1424444"/>
                </a:lnTo>
                <a:lnTo>
                  <a:pt x="619594" y="1426311"/>
                </a:lnTo>
                <a:lnTo>
                  <a:pt x="619125" y="1427429"/>
                </a:lnTo>
                <a:lnTo>
                  <a:pt x="619125" y="1430058"/>
                </a:lnTo>
                <a:lnTo>
                  <a:pt x="619594" y="1431175"/>
                </a:lnTo>
                <a:lnTo>
                  <a:pt x="621461" y="1433042"/>
                </a:lnTo>
                <a:lnTo>
                  <a:pt x="622579" y="1433499"/>
                </a:lnTo>
                <a:lnTo>
                  <a:pt x="625208" y="1433499"/>
                </a:lnTo>
                <a:lnTo>
                  <a:pt x="626325" y="1433042"/>
                </a:lnTo>
                <a:lnTo>
                  <a:pt x="628192" y="1431175"/>
                </a:lnTo>
                <a:lnTo>
                  <a:pt x="628650" y="1430058"/>
                </a:lnTo>
                <a:lnTo>
                  <a:pt x="628650" y="1427429"/>
                </a:lnTo>
                <a:close/>
              </a:path>
              <a:path w="2009775" h="1438275">
                <a:moveTo>
                  <a:pt x="628650" y="717816"/>
                </a:moveTo>
                <a:lnTo>
                  <a:pt x="628192" y="716699"/>
                </a:lnTo>
                <a:lnTo>
                  <a:pt x="626325" y="714832"/>
                </a:lnTo>
                <a:lnTo>
                  <a:pt x="625208" y="714362"/>
                </a:lnTo>
                <a:lnTo>
                  <a:pt x="622579" y="714362"/>
                </a:lnTo>
                <a:lnTo>
                  <a:pt x="621461" y="714832"/>
                </a:lnTo>
                <a:lnTo>
                  <a:pt x="619594" y="716699"/>
                </a:lnTo>
                <a:lnTo>
                  <a:pt x="619125" y="717816"/>
                </a:lnTo>
                <a:lnTo>
                  <a:pt x="619125" y="720445"/>
                </a:lnTo>
                <a:lnTo>
                  <a:pt x="619594" y="721563"/>
                </a:lnTo>
                <a:lnTo>
                  <a:pt x="621461" y="723430"/>
                </a:lnTo>
                <a:lnTo>
                  <a:pt x="622579" y="723887"/>
                </a:lnTo>
                <a:lnTo>
                  <a:pt x="625208" y="723887"/>
                </a:lnTo>
                <a:lnTo>
                  <a:pt x="626325" y="723430"/>
                </a:lnTo>
                <a:lnTo>
                  <a:pt x="628192" y="721563"/>
                </a:lnTo>
                <a:lnTo>
                  <a:pt x="628650" y="720445"/>
                </a:lnTo>
                <a:lnTo>
                  <a:pt x="628650" y="717816"/>
                </a:lnTo>
                <a:close/>
              </a:path>
              <a:path w="2009775" h="1438275">
                <a:moveTo>
                  <a:pt x="628650" y="8204"/>
                </a:moveTo>
                <a:lnTo>
                  <a:pt x="628192" y="7086"/>
                </a:lnTo>
                <a:lnTo>
                  <a:pt x="626325" y="5219"/>
                </a:lnTo>
                <a:lnTo>
                  <a:pt x="625208" y="4749"/>
                </a:lnTo>
                <a:lnTo>
                  <a:pt x="622579" y="4749"/>
                </a:lnTo>
                <a:lnTo>
                  <a:pt x="621461" y="5219"/>
                </a:lnTo>
                <a:lnTo>
                  <a:pt x="619594" y="7086"/>
                </a:lnTo>
                <a:lnTo>
                  <a:pt x="619125" y="8204"/>
                </a:lnTo>
                <a:lnTo>
                  <a:pt x="619125" y="10833"/>
                </a:lnTo>
                <a:lnTo>
                  <a:pt x="619594" y="11950"/>
                </a:lnTo>
                <a:lnTo>
                  <a:pt x="621461" y="13817"/>
                </a:lnTo>
                <a:lnTo>
                  <a:pt x="622579" y="14274"/>
                </a:lnTo>
                <a:lnTo>
                  <a:pt x="625208" y="14274"/>
                </a:lnTo>
                <a:lnTo>
                  <a:pt x="626325" y="13817"/>
                </a:lnTo>
                <a:lnTo>
                  <a:pt x="628192" y="11950"/>
                </a:lnTo>
                <a:lnTo>
                  <a:pt x="628650" y="10833"/>
                </a:lnTo>
                <a:lnTo>
                  <a:pt x="628650" y="8204"/>
                </a:lnTo>
                <a:close/>
              </a:path>
              <a:path w="2009775" h="1438275">
                <a:moveTo>
                  <a:pt x="676275" y="1427429"/>
                </a:moveTo>
                <a:lnTo>
                  <a:pt x="675817" y="1426311"/>
                </a:lnTo>
                <a:lnTo>
                  <a:pt x="673950" y="1424444"/>
                </a:lnTo>
                <a:lnTo>
                  <a:pt x="672833" y="1423974"/>
                </a:lnTo>
                <a:lnTo>
                  <a:pt x="670204" y="1423974"/>
                </a:lnTo>
                <a:lnTo>
                  <a:pt x="669086" y="1424444"/>
                </a:lnTo>
                <a:lnTo>
                  <a:pt x="667219" y="1426311"/>
                </a:lnTo>
                <a:lnTo>
                  <a:pt x="666750" y="1427429"/>
                </a:lnTo>
                <a:lnTo>
                  <a:pt x="666750" y="1430058"/>
                </a:lnTo>
                <a:lnTo>
                  <a:pt x="667219" y="1431175"/>
                </a:lnTo>
                <a:lnTo>
                  <a:pt x="669086" y="1433042"/>
                </a:lnTo>
                <a:lnTo>
                  <a:pt x="670204" y="1433499"/>
                </a:lnTo>
                <a:lnTo>
                  <a:pt x="672833" y="1433499"/>
                </a:lnTo>
                <a:lnTo>
                  <a:pt x="673950" y="1433042"/>
                </a:lnTo>
                <a:lnTo>
                  <a:pt x="675817" y="1431175"/>
                </a:lnTo>
                <a:lnTo>
                  <a:pt x="676275" y="1430058"/>
                </a:lnTo>
                <a:lnTo>
                  <a:pt x="676275" y="1427429"/>
                </a:lnTo>
                <a:close/>
              </a:path>
              <a:path w="2009775" h="1438275">
                <a:moveTo>
                  <a:pt x="676275" y="717816"/>
                </a:moveTo>
                <a:lnTo>
                  <a:pt x="675817" y="716699"/>
                </a:lnTo>
                <a:lnTo>
                  <a:pt x="673950" y="714832"/>
                </a:lnTo>
                <a:lnTo>
                  <a:pt x="672833" y="714362"/>
                </a:lnTo>
                <a:lnTo>
                  <a:pt x="670204" y="714362"/>
                </a:lnTo>
                <a:lnTo>
                  <a:pt x="669086" y="714832"/>
                </a:lnTo>
                <a:lnTo>
                  <a:pt x="667219" y="716699"/>
                </a:lnTo>
                <a:lnTo>
                  <a:pt x="666750" y="717816"/>
                </a:lnTo>
                <a:lnTo>
                  <a:pt x="666750" y="720445"/>
                </a:lnTo>
                <a:lnTo>
                  <a:pt x="667219" y="721563"/>
                </a:lnTo>
                <a:lnTo>
                  <a:pt x="669086" y="723430"/>
                </a:lnTo>
                <a:lnTo>
                  <a:pt x="670204" y="723887"/>
                </a:lnTo>
                <a:lnTo>
                  <a:pt x="672833" y="723887"/>
                </a:lnTo>
                <a:lnTo>
                  <a:pt x="673950" y="723430"/>
                </a:lnTo>
                <a:lnTo>
                  <a:pt x="675817" y="721563"/>
                </a:lnTo>
                <a:lnTo>
                  <a:pt x="676275" y="720445"/>
                </a:lnTo>
                <a:lnTo>
                  <a:pt x="676275" y="717816"/>
                </a:lnTo>
                <a:close/>
              </a:path>
              <a:path w="2009775" h="1438275">
                <a:moveTo>
                  <a:pt x="676275" y="8204"/>
                </a:moveTo>
                <a:lnTo>
                  <a:pt x="675817" y="7086"/>
                </a:lnTo>
                <a:lnTo>
                  <a:pt x="673950" y="5219"/>
                </a:lnTo>
                <a:lnTo>
                  <a:pt x="672833" y="4749"/>
                </a:lnTo>
                <a:lnTo>
                  <a:pt x="670204" y="4749"/>
                </a:lnTo>
                <a:lnTo>
                  <a:pt x="669086" y="5219"/>
                </a:lnTo>
                <a:lnTo>
                  <a:pt x="667219" y="7086"/>
                </a:lnTo>
                <a:lnTo>
                  <a:pt x="666750" y="8204"/>
                </a:lnTo>
                <a:lnTo>
                  <a:pt x="666750" y="10833"/>
                </a:lnTo>
                <a:lnTo>
                  <a:pt x="667219" y="11950"/>
                </a:lnTo>
                <a:lnTo>
                  <a:pt x="669086" y="13817"/>
                </a:lnTo>
                <a:lnTo>
                  <a:pt x="670204" y="14274"/>
                </a:lnTo>
                <a:lnTo>
                  <a:pt x="672833" y="14274"/>
                </a:lnTo>
                <a:lnTo>
                  <a:pt x="673950" y="13817"/>
                </a:lnTo>
                <a:lnTo>
                  <a:pt x="675817" y="11950"/>
                </a:lnTo>
                <a:lnTo>
                  <a:pt x="676275" y="10833"/>
                </a:lnTo>
                <a:lnTo>
                  <a:pt x="676275" y="8204"/>
                </a:lnTo>
                <a:close/>
              </a:path>
              <a:path w="2009775" h="1438275">
                <a:moveTo>
                  <a:pt x="723900" y="1427429"/>
                </a:moveTo>
                <a:lnTo>
                  <a:pt x="723442" y="1426311"/>
                </a:lnTo>
                <a:lnTo>
                  <a:pt x="721575" y="1424444"/>
                </a:lnTo>
                <a:lnTo>
                  <a:pt x="720458" y="1423974"/>
                </a:lnTo>
                <a:lnTo>
                  <a:pt x="717829" y="1423974"/>
                </a:lnTo>
                <a:lnTo>
                  <a:pt x="716711" y="1424444"/>
                </a:lnTo>
                <a:lnTo>
                  <a:pt x="714844" y="1426311"/>
                </a:lnTo>
                <a:lnTo>
                  <a:pt x="714375" y="1427429"/>
                </a:lnTo>
                <a:lnTo>
                  <a:pt x="714375" y="1430058"/>
                </a:lnTo>
                <a:lnTo>
                  <a:pt x="714844" y="1431175"/>
                </a:lnTo>
                <a:lnTo>
                  <a:pt x="716711" y="1433042"/>
                </a:lnTo>
                <a:lnTo>
                  <a:pt x="717829" y="1433499"/>
                </a:lnTo>
                <a:lnTo>
                  <a:pt x="720458" y="1433499"/>
                </a:lnTo>
                <a:lnTo>
                  <a:pt x="721575" y="1433042"/>
                </a:lnTo>
                <a:lnTo>
                  <a:pt x="723442" y="1431175"/>
                </a:lnTo>
                <a:lnTo>
                  <a:pt x="723900" y="1430058"/>
                </a:lnTo>
                <a:lnTo>
                  <a:pt x="723900" y="1427429"/>
                </a:lnTo>
                <a:close/>
              </a:path>
              <a:path w="2009775" h="1438275">
                <a:moveTo>
                  <a:pt x="723900" y="717816"/>
                </a:moveTo>
                <a:lnTo>
                  <a:pt x="723442" y="716699"/>
                </a:lnTo>
                <a:lnTo>
                  <a:pt x="721575" y="714832"/>
                </a:lnTo>
                <a:lnTo>
                  <a:pt x="720458" y="714362"/>
                </a:lnTo>
                <a:lnTo>
                  <a:pt x="717829" y="714362"/>
                </a:lnTo>
                <a:lnTo>
                  <a:pt x="716711" y="714832"/>
                </a:lnTo>
                <a:lnTo>
                  <a:pt x="714844" y="716699"/>
                </a:lnTo>
                <a:lnTo>
                  <a:pt x="714375" y="717816"/>
                </a:lnTo>
                <a:lnTo>
                  <a:pt x="714375" y="720445"/>
                </a:lnTo>
                <a:lnTo>
                  <a:pt x="714844" y="721563"/>
                </a:lnTo>
                <a:lnTo>
                  <a:pt x="716711" y="723430"/>
                </a:lnTo>
                <a:lnTo>
                  <a:pt x="717829" y="723887"/>
                </a:lnTo>
                <a:lnTo>
                  <a:pt x="720458" y="723887"/>
                </a:lnTo>
                <a:lnTo>
                  <a:pt x="721575" y="723430"/>
                </a:lnTo>
                <a:lnTo>
                  <a:pt x="723442" y="721563"/>
                </a:lnTo>
                <a:lnTo>
                  <a:pt x="723900" y="720445"/>
                </a:lnTo>
                <a:lnTo>
                  <a:pt x="723900" y="717816"/>
                </a:lnTo>
                <a:close/>
              </a:path>
              <a:path w="2009775" h="1438275">
                <a:moveTo>
                  <a:pt x="723900" y="8204"/>
                </a:moveTo>
                <a:lnTo>
                  <a:pt x="723442" y="7086"/>
                </a:lnTo>
                <a:lnTo>
                  <a:pt x="721575" y="5219"/>
                </a:lnTo>
                <a:lnTo>
                  <a:pt x="720458" y="4749"/>
                </a:lnTo>
                <a:lnTo>
                  <a:pt x="717829" y="4749"/>
                </a:lnTo>
                <a:lnTo>
                  <a:pt x="716711" y="5219"/>
                </a:lnTo>
                <a:lnTo>
                  <a:pt x="714844" y="7086"/>
                </a:lnTo>
                <a:lnTo>
                  <a:pt x="714375" y="8204"/>
                </a:lnTo>
                <a:lnTo>
                  <a:pt x="714375" y="10833"/>
                </a:lnTo>
                <a:lnTo>
                  <a:pt x="714844" y="11950"/>
                </a:lnTo>
                <a:lnTo>
                  <a:pt x="716711" y="13817"/>
                </a:lnTo>
                <a:lnTo>
                  <a:pt x="717829" y="14274"/>
                </a:lnTo>
                <a:lnTo>
                  <a:pt x="720458" y="14274"/>
                </a:lnTo>
                <a:lnTo>
                  <a:pt x="721575" y="13817"/>
                </a:lnTo>
                <a:lnTo>
                  <a:pt x="723442" y="11950"/>
                </a:lnTo>
                <a:lnTo>
                  <a:pt x="723900" y="10833"/>
                </a:lnTo>
                <a:lnTo>
                  <a:pt x="723900" y="8204"/>
                </a:lnTo>
                <a:close/>
              </a:path>
              <a:path w="2009775" h="1438275">
                <a:moveTo>
                  <a:pt x="771525" y="1427429"/>
                </a:moveTo>
                <a:lnTo>
                  <a:pt x="771067" y="1426311"/>
                </a:lnTo>
                <a:lnTo>
                  <a:pt x="769200" y="1424444"/>
                </a:lnTo>
                <a:lnTo>
                  <a:pt x="768083" y="1423974"/>
                </a:lnTo>
                <a:lnTo>
                  <a:pt x="765454" y="1423974"/>
                </a:lnTo>
                <a:lnTo>
                  <a:pt x="764336" y="1424444"/>
                </a:lnTo>
                <a:lnTo>
                  <a:pt x="762469" y="1426311"/>
                </a:lnTo>
                <a:lnTo>
                  <a:pt x="762000" y="1427429"/>
                </a:lnTo>
                <a:lnTo>
                  <a:pt x="762000" y="1430058"/>
                </a:lnTo>
                <a:lnTo>
                  <a:pt x="762469" y="1431175"/>
                </a:lnTo>
                <a:lnTo>
                  <a:pt x="764336" y="1433042"/>
                </a:lnTo>
                <a:lnTo>
                  <a:pt x="765454" y="1433499"/>
                </a:lnTo>
                <a:lnTo>
                  <a:pt x="768083" y="1433499"/>
                </a:lnTo>
                <a:lnTo>
                  <a:pt x="769200" y="1433042"/>
                </a:lnTo>
                <a:lnTo>
                  <a:pt x="771067" y="1431175"/>
                </a:lnTo>
                <a:lnTo>
                  <a:pt x="771525" y="1430058"/>
                </a:lnTo>
                <a:lnTo>
                  <a:pt x="771525" y="1427429"/>
                </a:lnTo>
                <a:close/>
              </a:path>
              <a:path w="2009775" h="1438275">
                <a:moveTo>
                  <a:pt x="771525" y="717816"/>
                </a:moveTo>
                <a:lnTo>
                  <a:pt x="771067" y="716699"/>
                </a:lnTo>
                <a:lnTo>
                  <a:pt x="769200" y="714832"/>
                </a:lnTo>
                <a:lnTo>
                  <a:pt x="768083" y="714362"/>
                </a:lnTo>
                <a:lnTo>
                  <a:pt x="765454" y="714362"/>
                </a:lnTo>
                <a:lnTo>
                  <a:pt x="764336" y="714832"/>
                </a:lnTo>
                <a:lnTo>
                  <a:pt x="762469" y="716699"/>
                </a:lnTo>
                <a:lnTo>
                  <a:pt x="762000" y="717816"/>
                </a:lnTo>
                <a:lnTo>
                  <a:pt x="762000" y="720445"/>
                </a:lnTo>
                <a:lnTo>
                  <a:pt x="762469" y="721563"/>
                </a:lnTo>
                <a:lnTo>
                  <a:pt x="764336" y="723430"/>
                </a:lnTo>
                <a:lnTo>
                  <a:pt x="765454" y="723887"/>
                </a:lnTo>
                <a:lnTo>
                  <a:pt x="768083" y="723887"/>
                </a:lnTo>
                <a:lnTo>
                  <a:pt x="769200" y="723430"/>
                </a:lnTo>
                <a:lnTo>
                  <a:pt x="771067" y="721563"/>
                </a:lnTo>
                <a:lnTo>
                  <a:pt x="771525" y="720445"/>
                </a:lnTo>
                <a:lnTo>
                  <a:pt x="771525" y="717816"/>
                </a:lnTo>
                <a:close/>
              </a:path>
              <a:path w="2009775" h="1438275">
                <a:moveTo>
                  <a:pt x="771525" y="8204"/>
                </a:moveTo>
                <a:lnTo>
                  <a:pt x="771067" y="7086"/>
                </a:lnTo>
                <a:lnTo>
                  <a:pt x="769200" y="5219"/>
                </a:lnTo>
                <a:lnTo>
                  <a:pt x="768083" y="4749"/>
                </a:lnTo>
                <a:lnTo>
                  <a:pt x="765454" y="4749"/>
                </a:lnTo>
                <a:lnTo>
                  <a:pt x="764336" y="5219"/>
                </a:lnTo>
                <a:lnTo>
                  <a:pt x="762469" y="7086"/>
                </a:lnTo>
                <a:lnTo>
                  <a:pt x="762000" y="8204"/>
                </a:lnTo>
                <a:lnTo>
                  <a:pt x="762000" y="10833"/>
                </a:lnTo>
                <a:lnTo>
                  <a:pt x="762469" y="11950"/>
                </a:lnTo>
                <a:lnTo>
                  <a:pt x="764336" y="13817"/>
                </a:lnTo>
                <a:lnTo>
                  <a:pt x="765454" y="14274"/>
                </a:lnTo>
                <a:lnTo>
                  <a:pt x="768083" y="14274"/>
                </a:lnTo>
                <a:lnTo>
                  <a:pt x="769200" y="13817"/>
                </a:lnTo>
                <a:lnTo>
                  <a:pt x="771067" y="11950"/>
                </a:lnTo>
                <a:lnTo>
                  <a:pt x="771525" y="10833"/>
                </a:lnTo>
                <a:lnTo>
                  <a:pt x="771525" y="8204"/>
                </a:lnTo>
                <a:close/>
              </a:path>
              <a:path w="2009775" h="1438275">
                <a:moveTo>
                  <a:pt x="819150" y="1427429"/>
                </a:moveTo>
                <a:lnTo>
                  <a:pt x="818692" y="1426311"/>
                </a:lnTo>
                <a:lnTo>
                  <a:pt x="816825" y="1424444"/>
                </a:lnTo>
                <a:lnTo>
                  <a:pt x="815708" y="1423974"/>
                </a:lnTo>
                <a:lnTo>
                  <a:pt x="813079" y="1423974"/>
                </a:lnTo>
                <a:lnTo>
                  <a:pt x="811961" y="1424444"/>
                </a:lnTo>
                <a:lnTo>
                  <a:pt x="810094" y="1426311"/>
                </a:lnTo>
                <a:lnTo>
                  <a:pt x="809625" y="1427429"/>
                </a:lnTo>
                <a:lnTo>
                  <a:pt x="809625" y="1430058"/>
                </a:lnTo>
                <a:lnTo>
                  <a:pt x="810094" y="1431175"/>
                </a:lnTo>
                <a:lnTo>
                  <a:pt x="811961" y="1433042"/>
                </a:lnTo>
                <a:lnTo>
                  <a:pt x="813079" y="1433499"/>
                </a:lnTo>
                <a:lnTo>
                  <a:pt x="815708" y="1433499"/>
                </a:lnTo>
                <a:lnTo>
                  <a:pt x="816825" y="1433042"/>
                </a:lnTo>
                <a:lnTo>
                  <a:pt x="818692" y="1431175"/>
                </a:lnTo>
                <a:lnTo>
                  <a:pt x="819150" y="1430058"/>
                </a:lnTo>
                <a:lnTo>
                  <a:pt x="819150" y="1427429"/>
                </a:lnTo>
                <a:close/>
              </a:path>
              <a:path w="2009775" h="1438275">
                <a:moveTo>
                  <a:pt x="819150" y="717816"/>
                </a:moveTo>
                <a:lnTo>
                  <a:pt x="818692" y="716699"/>
                </a:lnTo>
                <a:lnTo>
                  <a:pt x="816825" y="714832"/>
                </a:lnTo>
                <a:lnTo>
                  <a:pt x="815708" y="714362"/>
                </a:lnTo>
                <a:lnTo>
                  <a:pt x="813079" y="714362"/>
                </a:lnTo>
                <a:lnTo>
                  <a:pt x="811961" y="714832"/>
                </a:lnTo>
                <a:lnTo>
                  <a:pt x="810094" y="716699"/>
                </a:lnTo>
                <a:lnTo>
                  <a:pt x="809625" y="717816"/>
                </a:lnTo>
                <a:lnTo>
                  <a:pt x="809625" y="720445"/>
                </a:lnTo>
                <a:lnTo>
                  <a:pt x="810094" y="721563"/>
                </a:lnTo>
                <a:lnTo>
                  <a:pt x="811961" y="723430"/>
                </a:lnTo>
                <a:lnTo>
                  <a:pt x="813079" y="723887"/>
                </a:lnTo>
                <a:lnTo>
                  <a:pt x="815708" y="723887"/>
                </a:lnTo>
                <a:lnTo>
                  <a:pt x="816825" y="723430"/>
                </a:lnTo>
                <a:lnTo>
                  <a:pt x="818692" y="721563"/>
                </a:lnTo>
                <a:lnTo>
                  <a:pt x="819150" y="720445"/>
                </a:lnTo>
                <a:lnTo>
                  <a:pt x="819150" y="717816"/>
                </a:lnTo>
                <a:close/>
              </a:path>
              <a:path w="2009775" h="1438275">
                <a:moveTo>
                  <a:pt x="819150" y="8204"/>
                </a:moveTo>
                <a:lnTo>
                  <a:pt x="818692" y="7086"/>
                </a:lnTo>
                <a:lnTo>
                  <a:pt x="816825" y="5219"/>
                </a:lnTo>
                <a:lnTo>
                  <a:pt x="815708" y="4749"/>
                </a:lnTo>
                <a:lnTo>
                  <a:pt x="813079" y="4749"/>
                </a:lnTo>
                <a:lnTo>
                  <a:pt x="811961" y="5219"/>
                </a:lnTo>
                <a:lnTo>
                  <a:pt x="810094" y="7086"/>
                </a:lnTo>
                <a:lnTo>
                  <a:pt x="809625" y="8204"/>
                </a:lnTo>
                <a:lnTo>
                  <a:pt x="809625" y="10833"/>
                </a:lnTo>
                <a:lnTo>
                  <a:pt x="810094" y="11950"/>
                </a:lnTo>
                <a:lnTo>
                  <a:pt x="811961" y="13817"/>
                </a:lnTo>
                <a:lnTo>
                  <a:pt x="813079" y="14274"/>
                </a:lnTo>
                <a:lnTo>
                  <a:pt x="815708" y="14274"/>
                </a:lnTo>
                <a:lnTo>
                  <a:pt x="816825" y="13817"/>
                </a:lnTo>
                <a:lnTo>
                  <a:pt x="818692" y="11950"/>
                </a:lnTo>
                <a:lnTo>
                  <a:pt x="819150" y="10833"/>
                </a:lnTo>
                <a:lnTo>
                  <a:pt x="819150" y="8204"/>
                </a:lnTo>
                <a:close/>
              </a:path>
              <a:path w="2009775" h="1438275">
                <a:moveTo>
                  <a:pt x="866775" y="1427429"/>
                </a:moveTo>
                <a:lnTo>
                  <a:pt x="866317" y="1426311"/>
                </a:lnTo>
                <a:lnTo>
                  <a:pt x="864450" y="1424444"/>
                </a:lnTo>
                <a:lnTo>
                  <a:pt x="863333" y="1423974"/>
                </a:lnTo>
                <a:lnTo>
                  <a:pt x="860704" y="1423974"/>
                </a:lnTo>
                <a:lnTo>
                  <a:pt x="859586" y="1424444"/>
                </a:lnTo>
                <a:lnTo>
                  <a:pt x="857719" y="1426311"/>
                </a:lnTo>
                <a:lnTo>
                  <a:pt x="857250" y="1427429"/>
                </a:lnTo>
                <a:lnTo>
                  <a:pt x="857250" y="1430058"/>
                </a:lnTo>
                <a:lnTo>
                  <a:pt x="857719" y="1431175"/>
                </a:lnTo>
                <a:lnTo>
                  <a:pt x="859586" y="1433042"/>
                </a:lnTo>
                <a:lnTo>
                  <a:pt x="860704" y="1433499"/>
                </a:lnTo>
                <a:lnTo>
                  <a:pt x="863333" y="1433499"/>
                </a:lnTo>
                <a:lnTo>
                  <a:pt x="864450" y="1433042"/>
                </a:lnTo>
                <a:lnTo>
                  <a:pt x="866317" y="1431175"/>
                </a:lnTo>
                <a:lnTo>
                  <a:pt x="866775" y="1430058"/>
                </a:lnTo>
                <a:lnTo>
                  <a:pt x="866775" y="1427429"/>
                </a:lnTo>
                <a:close/>
              </a:path>
              <a:path w="2009775" h="1438275">
                <a:moveTo>
                  <a:pt x="866775" y="717816"/>
                </a:moveTo>
                <a:lnTo>
                  <a:pt x="866317" y="716699"/>
                </a:lnTo>
                <a:lnTo>
                  <a:pt x="864450" y="714832"/>
                </a:lnTo>
                <a:lnTo>
                  <a:pt x="863333" y="714362"/>
                </a:lnTo>
                <a:lnTo>
                  <a:pt x="860704" y="714362"/>
                </a:lnTo>
                <a:lnTo>
                  <a:pt x="859586" y="714832"/>
                </a:lnTo>
                <a:lnTo>
                  <a:pt x="857719" y="716699"/>
                </a:lnTo>
                <a:lnTo>
                  <a:pt x="857250" y="717816"/>
                </a:lnTo>
                <a:lnTo>
                  <a:pt x="857250" y="720445"/>
                </a:lnTo>
                <a:lnTo>
                  <a:pt x="857719" y="721563"/>
                </a:lnTo>
                <a:lnTo>
                  <a:pt x="859586" y="723430"/>
                </a:lnTo>
                <a:lnTo>
                  <a:pt x="860704" y="723887"/>
                </a:lnTo>
                <a:lnTo>
                  <a:pt x="863333" y="723887"/>
                </a:lnTo>
                <a:lnTo>
                  <a:pt x="864450" y="723430"/>
                </a:lnTo>
                <a:lnTo>
                  <a:pt x="866317" y="721563"/>
                </a:lnTo>
                <a:lnTo>
                  <a:pt x="866775" y="720445"/>
                </a:lnTo>
                <a:lnTo>
                  <a:pt x="866775" y="717816"/>
                </a:lnTo>
                <a:close/>
              </a:path>
              <a:path w="2009775" h="1438275">
                <a:moveTo>
                  <a:pt x="866775" y="8204"/>
                </a:moveTo>
                <a:lnTo>
                  <a:pt x="866317" y="7086"/>
                </a:lnTo>
                <a:lnTo>
                  <a:pt x="864450" y="5219"/>
                </a:lnTo>
                <a:lnTo>
                  <a:pt x="863333" y="4749"/>
                </a:lnTo>
                <a:lnTo>
                  <a:pt x="860704" y="4749"/>
                </a:lnTo>
                <a:lnTo>
                  <a:pt x="859586" y="5219"/>
                </a:lnTo>
                <a:lnTo>
                  <a:pt x="857719" y="7086"/>
                </a:lnTo>
                <a:lnTo>
                  <a:pt x="857250" y="8204"/>
                </a:lnTo>
                <a:lnTo>
                  <a:pt x="857250" y="10833"/>
                </a:lnTo>
                <a:lnTo>
                  <a:pt x="857719" y="11950"/>
                </a:lnTo>
                <a:lnTo>
                  <a:pt x="859586" y="13817"/>
                </a:lnTo>
                <a:lnTo>
                  <a:pt x="860704" y="14274"/>
                </a:lnTo>
                <a:lnTo>
                  <a:pt x="863333" y="14274"/>
                </a:lnTo>
                <a:lnTo>
                  <a:pt x="864450" y="13817"/>
                </a:lnTo>
                <a:lnTo>
                  <a:pt x="866317" y="11950"/>
                </a:lnTo>
                <a:lnTo>
                  <a:pt x="866775" y="10833"/>
                </a:lnTo>
                <a:lnTo>
                  <a:pt x="866775" y="8204"/>
                </a:lnTo>
                <a:close/>
              </a:path>
              <a:path w="2009775" h="1438275">
                <a:moveTo>
                  <a:pt x="914400" y="1427429"/>
                </a:moveTo>
                <a:lnTo>
                  <a:pt x="913942" y="1426311"/>
                </a:lnTo>
                <a:lnTo>
                  <a:pt x="912075" y="1424444"/>
                </a:lnTo>
                <a:lnTo>
                  <a:pt x="910958" y="1423974"/>
                </a:lnTo>
                <a:lnTo>
                  <a:pt x="908329" y="1423974"/>
                </a:lnTo>
                <a:lnTo>
                  <a:pt x="907211" y="1424444"/>
                </a:lnTo>
                <a:lnTo>
                  <a:pt x="905344" y="1426311"/>
                </a:lnTo>
                <a:lnTo>
                  <a:pt x="904875" y="1427429"/>
                </a:lnTo>
                <a:lnTo>
                  <a:pt x="904875" y="1430058"/>
                </a:lnTo>
                <a:lnTo>
                  <a:pt x="905344" y="1431175"/>
                </a:lnTo>
                <a:lnTo>
                  <a:pt x="907211" y="1433042"/>
                </a:lnTo>
                <a:lnTo>
                  <a:pt x="908329" y="1433499"/>
                </a:lnTo>
                <a:lnTo>
                  <a:pt x="910958" y="1433499"/>
                </a:lnTo>
                <a:lnTo>
                  <a:pt x="912075" y="1433042"/>
                </a:lnTo>
                <a:lnTo>
                  <a:pt x="913942" y="1431175"/>
                </a:lnTo>
                <a:lnTo>
                  <a:pt x="914400" y="1430058"/>
                </a:lnTo>
                <a:lnTo>
                  <a:pt x="914400" y="1427429"/>
                </a:lnTo>
                <a:close/>
              </a:path>
              <a:path w="2009775" h="1438275">
                <a:moveTo>
                  <a:pt x="914400" y="717816"/>
                </a:moveTo>
                <a:lnTo>
                  <a:pt x="913942" y="716699"/>
                </a:lnTo>
                <a:lnTo>
                  <a:pt x="912075" y="714832"/>
                </a:lnTo>
                <a:lnTo>
                  <a:pt x="910958" y="714362"/>
                </a:lnTo>
                <a:lnTo>
                  <a:pt x="908329" y="714362"/>
                </a:lnTo>
                <a:lnTo>
                  <a:pt x="907211" y="714832"/>
                </a:lnTo>
                <a:lnTo>
                  <a:pt x="905344" y="716699"/>
                </a:lnTo>
                <a:lnTo>
                  <a:pt x="904875" y="717816"/>
                </a:lnTo>
                <a:lnTo>
                  <a:pt x="904875" y="720445"/>
                </a:lnTo>
                <a:lnTo>
                  <a:pt x="905344" y="721563"/>
                </a:lnTo>
                <a:lnTo>
                  <a:pt x="907211" y="723430"/>
                </a:lnTo>
                <a:lnTo>
                  <a:pt x="908329" y="723887"/>
                </a:lnTo>
                <a:lnTo>
                  <a:pt x="910958" y="723887"/>
                </a:lnTo>
                <a:lnTo>
                  <a:pt x="912075" y="723430"/>
                </a:lnTo>
                <a:lnTo>
                  <a:pt x="913942" y="721563"/>
                </a:lnTo>
                <a:lnTo>
                  <a:pt x="914400" y="720445"/>
                </a:lnTo>
                <a:lnTo>
                  <a:pt x="914400" y="717816"/>
                </a:lnTo>
                <a:close/>
              </a:path>
              <a:path w="2009775" h="1438275">
                <a:moveTo>
                  <a:pt x="914400" y="8204"/>
                </a:moveTo>
                <a:lnTo>
                  <a:pt x="913942" y="7086"/>
                </a:lnTo>
                <a:lnTo>
                  <a:pt x="912075" y="5219"/>
                </a:lnTo>
                <a:lnTo>
                  <a:pt x="910958" y="4749"/>
                </a:lnTo>
                <a:lnTo>
                  <a:pt x="908329" y="4749"/>
                </a:lnTo>
                <a:lnTo>
                  <a:pt x="907211" y="5219"/>
                </a:lnTo>
                <a:lnTo>
                  <a:pt x="905344" y="7086"/>
                </a:lnTo>
                <a:lnTo>
                  <a:pt x="904875" y="8204"/>
                </a:lnTo>
                <a:lnTo>
                  <a:pt x="904875" y="10833"/>
                </a:lnTo>
                <a:lnTo>
                  <a:pt x="905344" y="11950"/>
                </a:lnTo>
                <a:lnTo>
                  <a:pt x="907211" y="13817"/>
                </a:lnTo>
                <a:lnTo>
                  <a:pt x="908329" y="14274"/>
                </a:lnTo>
                <a:lnTo>
                  <a:pt x="910958" y="14274"/>
                </a:lnTo>
                <a:lnTo>
                  <a:pt x="912075" y="13817"/>
                </a:lnTo>
                <a:lnTo>
                  <a:pt x="913942" y="11950"/>
                </a:lnTo>
                <a:lnTo>
                  <a:pt x="914400" y="10833"/>
                </a:lnTo>
                <a:lnTo>
                  <a:pt x="914400" y="8204"/>
                </a:lnTo>
                <a:close/>
              </a:path>
              <a:path w="2009775" h="1438275">
                <a:moveTo>
                  <a:pt x="962025" y="1427429"/>
                </a:moveTo>
                <a:lnTo>
                  <a:pt x="961567" y="1426311"/>
                </a:lnTo>
                <a:lnTo>
                  <a:pt x="959700" y="1424444"/>
                </a:lnTo>
                <a:lnTo>
                  <a:pt x="958583" y="1423974"/>
                </a:lnTo>
                <a:lnTo>
                  <a:pt x="955954" y="1423974"/>
                </a:lnTo>
                <a:lnTo>
                  <a:pt x="954836" y="1424444"/>
                </a:lnTo>
                <a:lnTo>
                  <a:pt x="952969" y="1426311"/>
                </a:lnTo>
                <a:lnTo>
                  <a:pt x="952500" y="1427429"/>
                </a:lnTo>
                <a:lnTo>
                  <a:pt x="952500" y="1430058"/>
                </a:lnTo>
                <a:lnTo>
                  <a:pt x="952969" y="1431175"/>
                </a:lnTo>
                <a:lnTo>
                  <a:pt x="954836" y="1433042"/>
                </a:lnTo>
                <a:lnTo>
                  <a:pt x="955954" y="1433499"/>
                </a:lnTo>
                <a:lnTo>
                  <a:pt x="958583" y="1433499"/>
                </a:lnTo>
                <a:lnTo>
                  <a:pt x="959700" y="1433042"/>
                </a:lnTo>
                <a:lnTo>
                  <a:pt x="961567" y="1431175"/>
                </a:lnTo>
                <a:lnTo>
                  <a:pt x="962025" y="1430058"/>
                </a:lnTo>
                <a:lnTo>
                  <a:pt x="962025" y="1427429"/>
                </a:lnTo>
                <a:close/>
              </a:path>
              <a:path w="2009775" h="1438275">
                <a:moveTo>
                  <a:pt x="962025" y="717816"/>
                </a:moveTo>
                <a:lnTo>
                  <a:pt x="961567" y="716699"/>
                </a:lnTo>
                <a:lnTo>
                  <a:pt x="959700" y="714832"/>
                </a:lnTo>
                <a:lnTo>
                  <a:pt x="958583" y="714362"/>
                </a:lnTo>
                <a:lnTo>
                  <a:pt x="955954" y="714362"/>
                </a:lnTo>
                <a:lnTo>
                  <a:pt x="954836" y="714832"/>
                </a:lnTo>
                <a:lnTo>
                  <a:pt x="952969" y="716699"/>
                </a:lnTo>
                <a:lnTo>
                  <a:pt x="952500" y="717816"/>
                </a:lnTo>
                <a:lnTo>
                  <a:pt x="952500" y="720445"/>
                </a:lnTo>
                <a:lnTo>
                  <a:pt x="952969" y="721563"/>
                </a:lnTo>
                <a:lnTo>
                  <a:pt x="954836" y="723430"/>
                </a:lnTo>
                <a:lnTo>
                  <a:pt x="955954" y="723887"/>
                </a:lnTo>
                <a:lnTo>
                  <a:pt x="958583" y="723887"/>
                </a:lnTo>
                <a:lnTo>
                  <a:pt x="959700" y="723430"/>
                </a:lnTo>
                <a:lnTo>
                  <a:pt x="961567" y="721563"/>
                </a:lnTo>
                <a:lnTo>
                  <a:pt x="962025" y="720445"/>
                </a:lnTo>
                <a:lnTo>
                  <a:pt x="962025" y="717816"/>
                </a:lnTo>
                <a:close/>
              </a:path>
              <a:path w="2009775" h="1438275">
                <a:moveTo>
                  <a:pt x="962025" y="8204"/>
                </a:moveTo>
                <a:lnTo>
                  <a:pt x="961567" y="7086"/>
                </a:lnTo>
                <a:lnTo>
                  <a:pt x="959700" y="5219"/>
                </a:lnTo>
                <a:lnTo>
                  <a:pt x="958583" y="4749"/>
                </a:lnTo>
                <a:lnTo>
                  <a:pt x="955954" y="4749"/>
                </a:lnTo>
                <a:lnTo>
                  <a:pt x="954836" y="5219"/>
                </a:lnTo>
                <a:lnTo>
                  <a:pt x="952969" y="7086"/>
                </a:lnTo>
                <a:lnTo>
                  <a:pt x="952500" y="8204"/>
                </a:lnTo>
                <a:lnTo>
                  <a:pt x="952500" y="10833"/>
                </a:lnTo>
                <a:lnTo>
                  <a:pt x="952969" y="11950"/>
                </a:lnTo>
                <a:lnTo>
                  <a:pt x="954836" y="13817"/>
                </a:lnTo>
                <a:lnTo>
                  <a:pt x="955954" y="14274"/>
                </a:lnTo>
                <a:lnTo>
                  <a:pt x="958583" y="14274"/>
                </a:lnTo>
                <a:lnTo>
                  <a:pt x="959700" y="13817"/>
                </a:lnTo>
                <a:lnTo>
                  <a:pt x="961567" y="11950"/>
                </a:lnTo>
                <a:lnTo>
                  <a:pt x="962025" y="10833"/>
                </a:lnTo>
                <a:lnTo>
                  <a:pt x="962025" y="8204"/>
                </a:lnTo>
                <a:close/>
              </a:path>
              <a:path w="2009775" h="1438275">
                <a:moveTo>
                  <a:pt x="1009650" y="1427429"/>
                </a:moveTo>
                <a:lnTo>
                  <a:pt x="1009192" y="1426311"/>
                </a:lnTo>
                <a:lnTo>
                  <a:pt x="1007325" y="1424444"/>
                </a:lnTo>
                <a:lnTo>
                  <a:pt x="1006208" y="1423974"/>
                </a:lnTo>
                <a:lnTo>
                  <a:pt x="1003579" y="1423974"/>
                </a:lnTo>
                <a:lnTo>
                  <a:pt x="1002461" y="1424444"/>
                </a:lnTo>
                <a:lnTo>
                  <a:pt x="1000594" y="1426311"/>
                </a:lnTo>
                <a:lnTo>
                  <a:pt x="1000125" y="1427429"/>
                </a:lnTo>
                <a:lnTo>
                  <a:pt x="1000125" y="1430058"/>
                </a:lnTo>
                <a:lnTo>
                  <a:pt x="1000594" y="1431175"/>
                </a:lnTo>
                <a:lnTo>
                  <a:pt x="1002461" y="1433042"/>
                </a:lnTo>
                <a:lnTo>
                  <a:pt x="1003579" y="1433499"/>
                </a:lnTo>
                <a:lnTo>
                  <a:pt x="1006208" y="1433499"/>
                </a:lnTo>
                <a:lnTo>
                  <a:pt x="1007325" y="1433042"/>
                </a:lnTo>
                <a:lnTo>
                  <a:pt x="1009192" y="1431175"/>
                </a:lnTo>
                <a:lnTo>
                  <a:pt x="1009650" y="1430058"/>
                </a:lnTo>
                <a:lnTo>
                  <a:pt x="1009650" y="1427429"/>
                </a:lnTo>
                <a:close/>
              </a:path>
              <a:path w="2009775" h="1438275">
                <a:moveTo>
                  <a:pt x="1009650" y="717816"/>
                </a:moveTo>
                <a:lnTo>
                  <a:pt x="1009192" y="716699"/>
                </a:lnTo>
                <a:lnTo>
                  <a:pt x="1007325" y="714832"/>
                </a:lnTo>
                <a:lnTo>
                  <a:pt x="1006208" y="714362"/>
                </a:lnTo>
                <a:lnTo>
                  <a:pt x="1003579" y="714362"/>
                </a:lnTo>
                <a:lnTo>
                  <a:pt x="1002461" y="714832"/>
                </a:lnTo>
                <a:lnTo>
                  <a:pt x="1000594" y="716699"/>
                </a:lnTo>
                <a:lnTo>
                  <a:pt x="1000125" y="717816"/>
                </a:lnTo>
                <a:lnTo>
                  <a:pt x="1000125" y="720445"/>
                </a:lnTo>
                <a:lnTo>
                  <a:pt x="1000594" y="721563"/>
                </a:lnTo>
                <a:lnTo>
                  <a:pt x="1002461" y="723430"/>
                </a:lnTo>
                <a:lnTo>
                  <a:pt x="1003579" y="723887"/>
                </a:lnTo>
                <a:lnTo>
                  <a:pt x="1006208" y="723887"/>
                </a:lnTo>
                <a:lnTo>
                  <a:pt x="1007325" y="723430"/>
                </a:lnTo>
                <a:lnTo>
                  <a:pt x="1009192" y="721563"/>
                </a:lnTo>
                <a:lnTo>
                  <a:pt x="1009650" y="720445"/>
                </a:lnTo>
                <a:lnTo>
                  <a:pt x="1009650" y="717816"/>
                </a:lnTo>
                <a:close/>
              </a:path>
              <a:path w="2009775" h="1438275">
                <a:moveTo>
                  <a:pt x="1009650" y="8204"/>
                </a:moveTo>
                <a:lnTo>
                  <a:pt x="1009192" y="7086"/>
                </a:lnTo>
                <a:lnTo>
                  <a:pt x="1007325" y="5219"/>
                </a:lnTo>
                <a:lnTo>
                  <a:pt x="1006208" y="4749"/>
                </a:lnTo>
                <a:lnTo>
                  <a:pt x="1003579" y="4749"/>
                </a:lnTo>
                <a:lnTo>
                  <a:pt x="1002461" y="5219"/>
                </a:lnTo>
                <a:lnTo>
                  <a:pt x="1000594" y="7086"/>
                </a:lnTo>
                <a:lnTo>
                  <a:pt x="1000125" y="8204"/>
                </a:lnTo>
                <a:lnTo>
                  <a:pt x="1000125" y="10833"/>
                </a:lnTo>
                <a:lnTo>
                  <a:pt x="1000594" y="11950"/>
                </a:lnTo>
                <a:lnTo>
                  <a:pt x="1002461" y="13817"/>
                </a:lnTo>
                <a:lnTo>
                  <a:pt x="1003579" y="14274"/>
                </a:lnTo>
                <a:lnTo>
                  <a:pt x="1006208" y="14274"/>
                </a:lnTo>
                <a:lnTo>
                  <a:pt x="1007325" y="13817"/>
                </a:lnTo>
                <a:lnTo>
                  <a:pt x="1009192" y="11950"/>
                </a:lnTo>
                <a:lnTo>
                  <a:pt x="1009650" y="10833"/>
                </a:lnTo>
                <a:lnTo>
                  <a:pt x="1009650" y="8204"/>
                </a:lnTo>
                <a:close/>
              </a:path>
              <a:path w="2009775" h="1438275">
                <a:moveTo>
                  <a:pt x="1057275" y="1427429"/>
                </a:moveTo>
                <a:lnTo>
                  <a:pt x="1056817" y="1426311"/>
                </a:lnTo>
                <a:lnTo>
                  <a:pt x="1054950" y="1424444"/>
                </a:lnTo>
                <a:lnTo>
                  <a:pt x="1053833" y="1423974"/>
                </a:lnTo>
                <a:lnTo>
                  <a:pt x="1051204" y="1423974"/>
                </a:lnTo>
                <a:lnTo>
                  <a:pt x="1050086" y="1424444"/>
                </a:lnTo>
                <a:lnTo>
                  <a:pt x="1048219" y="1426311"/>
                </a:lnTo>
                <a:lnTo>
                  <a:pt x="1047750" y="1427429"/>
                </a:lnTo>
                <a:lnTo>
                  <a:pt x="1047750" y="1430058"/>
                </a:lnTo>
                <a:lnTo>
                  <a:pt x="1048219" y="1431175"/>
                </a:lnTo>
                <a:lnTo>
                  <a:pt x="1050086" y="1433042"/>
                </a:lnTo>
                <a:lnTo>
                  <a:pt x="1051204" y="1433499"/>
                </a:lnTo>
                <a:lnTo>
                  <a:pt x="1053833" y="1433499"/>
                </a:lnTo>
                <a:lnTo>
                  <a:pt x="1054950" y="1433042"/>
                </a:lnTo>
                <a:lnTo>
                  <a:pt x="1056817" y="1431175"/>
                </a:lnTo>
                <a:lnTo>
                  <a:pt x="1057275" y="1430058"/>
                </a:lnTo>
                <a:lnTo>
                  <a:pt x="1057275" y="1427429"/>
                </a:lnTo>
                <a:close/>
              </a:path>
              <a:path w="2009775" h="1438275">
                <a:moveTo>
                  <a:pt x="1057275" y="717816"/>
                </a:moveTo>
                <a:lnTo>
                  <a:pt x="1056817" y="716699"/>
                </a:lnTo>
                <a:lnTo>
                  <a:pt x="1054950" y="714832"/>
                </a:lnTo>
                <a:lnTo>
                  <a:pt x="1053833" y="714362"/>
                </a:lnTo>
                <a:lnTo>
                  <a:pt x="1051204" y="714362"/>
                </a:lnTo>
                <a:lnTo>
                  <a:pt x="1050086" y="714832"/>
                </a:lnTo>
                <a:lnTo>
                  <a:pt x="1048219" y="716699"/>
                </a:lnTo>
                <a:lnTo>
                  <a:pt x="1047750" y="717816"/>
                </a:lnTo>
                <a:lnTo>
                  <a:pt x="1047750" y="720445"/>
                </a:lnTo>
                <a:lnTo>
                  <a:pt x="1048219" y="721563"/>
                </a:lnTo>
                <a:lnTo>
                  <a:pt x="1050086" y="723430"/>
                </a:lnTo>
                <a:lnTo>
                  <a:pt x="1051204" y="723887"/>
                </a:lnTo>
                <a:lnTo>
                  <a:pt x="1053833" y="723887"/>
                </a:lnTo>
                <a:lnTo>
                  <a:pt x="1054950" y="723430"/>
                </a:lnTo>
                <a:lnTo>
                  <a:pt x="1056817" y="721563"/>
                </a:lnTo>
                <a:lnTo>
                  <a:pt x="1057275" y="720445"/>
                </a:lnTo>
                <a:lnTo>
                  <a:pt x="1057275" y="717816"/>
                </a:lnTo>
                <a:close/>
              </a:path>
              <a:path w="2009775" h="1438275">
                <a:moveTo>
                  <a:pt x="1057275" y="8204"/>
                </a:moveTo>
                <a:lnTo>
                  <a:pt x="1056817" y="7086"/>
                </a:lnTo>
                <a:lnTo>
                  <a:pt x="1054950" y="5219"/>
                </a:lnTo>
                <a:lnTo>
                  <a:pt x="1053833" y="4749"/>
                </a:lnTo>
                <a:lnTo>
                  <a:pt x="1051204" y="4749"/>
                </a:lnTo>
                <a:lnTo>
                  <a:pt x="1050086" y="5219"/>
                </a:lnTo>
                <a:lnTo>
                  <a:pt x="1048219" y="7086"/>
                </a:lnTo>
                <a:lnTo>
                  <a:pt x="1047750" y="8204"/>
                </a:lnTo>
                <a:lnTo>
                  <a:pt x="1047750" y="10833"/>
                </a:lnTo>
                <a:lnTo>
                  <a:pt x="1048219" y="11950"/>
                </a:lnTo>
                <a:lnTo>
                  <a:pt x="1050086" y="13817"/>
                </a:lnTo>
                <a:lnTo>
                  <a:pt x="1051204" y="14274"/>
                </a:lnTo>
                <a:lnTo>
                  <a:pt x="1053833" y="14274"/>
                </a:lnTo>
                <a:lnTo>
                  <a:pt x="1054950" y="13817"/>
                </a:lnTo>
                <a:lnTo>
                  <a:pt x="1056817" y="11950"/>
                </a:lnTo>
                <a:lnTo>
                  <a:pt x="1057275" y="10833"/>
                </a:lnTo>
                <a:lnTo>
                  <a:pt x="1057275" y="8204"/>
                </a:lnTo>
                <a:close/>
              </a:path>
              <a:path w="2009775" h="1438275">
                <a:moveTo>
                  <a:pt x="1104900" y="1427429"/>
                </a:moveTo>
                <a:lnTo>
                  <a:pt x="1104442" y="1426311"/>
                </a:lnTo>
                <a:lnTo>
                  <a:pt x="1102575" y="1424444"/>
                </a:lnTo>
                <a:lnTo>
                  <a:pt x="1101458" y="1423974"/>
                </a:lnTo>
                <a:lnTo>
                  <a:pt x="1098829" y="1423974"/>
                </a:lnTo>
                <a:lnTo>
                  <a:pt x="1097711" y="1424444"/>
                </a:lnTo>
                <a:lnTo>
                  <a:pt x="1095844" y="1426311"/>
                </a:lnTo>
                <a:lnTo>
                  <a:pt x="1095375" y="1427429"/>
                </a:lnTo>
                <a:lnTo>
                  <a:pt x="1095375" y="1430058"/>
                </a:lnTo>
                <a:lnTo>
                  <a:pt x="1095844" y="1431175"/>
                </a:lnTo>
                <a:lnTo>
                  <a:pt x="1097711" y="1433042"/>
                </a:lnTo>
                <a:lnTo>
                  <a:pt x="1098829" y="1433499"/>
                </a:lnTo>
                <a:lnTo>
                  <a:pt x="1101458" y="1433499"/>
                </a:lnTo>
                <a:lnTo>
                  <a:pt x="1102575" y="1433042"/>
                </a:lnTo>
                <a:lnTo>
                  <a:pt x="1104442" y="1431175"/>
                </a:lnTo>
                <a:lnTo>
                  <a:pt x="1104900" y="1430058"/>
                </a:lnTo>
                <a:lnTo>
                  <a:pt x="1104900" y="1427429"/>
                </a:lnTo>
                <a:close/>
              </a:path>
              <a:path w="2009775" h="1438275">
                <a:moveTo>
                  <a:pt x="1104900" y="717816"/>
                </a:moveTo>
                <a:lnTo>
                  <a:pt x="1104442" y="716699"/>
                </a:lnTo>
                <a:lnTo>
                  <a:pt x="1102575" y="714832"/>
                </a:lnTo>
                <a:lnTo>
                  <a:pt x="1101458" y="714362"/>
                </a:lnTo>
                <a:lnTo>
                  <a:pt x="1098829" y="714362"/>
                </a:lnTo>
                <a:lnTo>
                  <a:pt x="1097711" y="714832"/>
                </a:lnTo>
                <a:lnTo>
                  <a:pt x="1095844" y="716699"/>
                </a:lnTo>
                <a:lnTo>
                  <a:pt x="1095375" y="717816"/>
                </a:lnTo>
                <a:lnTo>
                  <a:pt x="1095375" y="720445"/>
                </a:lnTo>
                <a:lnTo>
                  <a:pt x="1095844" y="721563"/>
                </a:lnTo>
                <a:lnTo>
                  <a:pt x="1097711" y="723430"/>
                </a:lnTo>
                <a:lnTo>
                  <a:pt x="1098829" y="723887"/>
                </a:lnTo>
                <a:lnTo>
                  <a:pt x="1101458" y="723887"/>
                </a:lnTo>
                <a:lnTo>
                  <a:pt x="1102575" y="723430"/>
                </a:lnTo>
                <a:lnTo>
                  <a:pt x="1104442" y="721563"/>
                </a:lnTo>
                <a:lnTo>
                  <a:pt x="1104900" y="720445"/>
                </a:lnTo>
                <a:lnTo>
                  <a:pt x="1104900" y="717816"/>
                </a:lnTo>
                <a:close/>
              </a:path>
              <a:path w="2009775" h="1438275">
                <a:moveTo>
                  <a:pt x="1104900" y="8204"/>
                </a:moveTo>
                <a:lnTo>
                  <a:pt x="1104442" y="7086"/>
                </a:lnTo>
                <a:lnTo>
                  <a:pt x="1102575" y="5219"/>
                </a:lnTo>
                <a:lnTo>
                  <a:pt x="1101458" y="4749"/>
                </a:lnTo>
                <a:lnTo>
                  <a:pt x="1098829" y="4749"/>
                </a:lnTo>
                <a:lnTo>
                  <a:pt x="1097711" y="5219"/>
                </a:lnTo>
                <a:lnTo>
                  <a:pt x="1095844" y="7086"/>
                </a:lnTo>
                <a:lnTo>
                  <a:pt x="1095375" y="8204"/>
                </a:lnTo>
                <a:lnTo>
                  <a:pt x="1095375" y="10833"/>
                </a:lnTo>
                <a:lnTo>
                  <a:pt x="1095844" y="11950"/>
                </a:lnTo>
                <a:lnTo>
                  <a:pt x="1097711" y="13817"/>
                </a:lnTo>
                <a:lnTo>
                  <a:pt x="1098829" y="14274"/>
                </a:lnTo>
                <a:lnTo>
                  <a:pt x="1101458" y="14274"/>
                </a:lnTo>
                <a:lnTo>
                  <a:pt x="1102575" y="13817"/>
                </a:lnTo>
                <a:lnTo>
                  <a:pt x="1104442" y="11950"/>
                </a:lnTo>
                <a:lnTo>
                  <a:pt x="1104900" y="10833"/>
                </a:lnTo>
                <a:lnTo>
                  <a:pt x="1104900" y="8204"/>
                </a:lnTo>
                <a:close/>
              </a:path>
              <a:path w="2009775" h="1438275">
                <a:moveTo>
                  <a:pt x="1152525" y="1427429"/>
                </a:moveTo>
                <a:lnTo>
                  <a:pt x="1152067" y="1426311"/>
                </a:lnTo>
                <a:lnTo>
                  <a:pt x="1150200" y="1424444"/>
                </a:lnTo>
                <a:lnTo>
                  <a:pt x="1149083" y="1423974"/>
                </a:lnTo>
                <a:lnTo>
                  <a:pt x="1146454" y="1423974"/>
                </a:lnTo>
                <a:lnTo>
                  <a:pt x="1145336" y="1424444"/>
                </a:lnTo>
                <a:lnTo>
                  <a:pt x="1143469" y="1426311"/>
                </a:lnTo>
                <a:lnTo>
                  <a:pt x="1143000" y="1427429"/>
                </a:lnTo>
                <a:lnTo>
                  <a:pt x="1143000" y="1430058"/>
                </a:lnTo>
                <a:lnTo>
                  <a:pt x="1143469" y="1431175"/>
                </a:lnTo>
                <a:lnTo>
                  <a:pt x="1145336" y="1433042"/>
                </a:lnTo>
                <a:lnTo>
                  <a:pt x="1146454" y="1433499"/>
                </a:lnTo>
                <a:lnTo>
                  <a:pt x="1149083" y="1433499"/>
                </a:lnTo>
                <a:lnTo>
                  <a:pt x="1150200" y="1433042"/>
                </a:lnTo>
                <a:lnTo>
                  <a:pt x="1152067" y="1431175"/>
                </a:lnTo>
                <a:lnTo>
                  <a:pt x="1152525" y="1430058"/>
                </a:lnTo>
                <a:lnTo>
                  <a:pt x="1152525" y="1427429"/>
                </a:lnTo>
                <a:close/>
              </a:path>
              <a:path w="2009775" h="1438275">
                <a:moveTo>
                  <a:pt x="1152525" y="717816"/>
                </a:moveTo>
                <a:lnTo>
                  <a:pt x="1152067" y="716699"/>
                </a:lnTo>
                <a:lnTo>
                  <a:pt x="1150200" y="714832"/>
                </a:lnTo>
                <a:lnTo>
                  <a:pt x="1149083" y="714362"/>
                </a:lnTo>
                <a:lnTo>
                  <a:pt x="1146454" y="714362"/>
                </a:lnTo>
                <a:lnTo>
                  <a:pt x="1145336" y="714832"/>
                </a:lnTo>
                <a:lnTo>
                  <a:pt x="1143469" y="716699"/>
                </a:lnTo>
                <a:lnTo>
                  <a:pt x="1143000" y="717816"/>
                </a:lnTo>
                <a:lnTo>
                  <a:pt x="1143000" y="720445"/>
                </a:lnTo>
                <a:lnTo>
                  <a:pt x="1143469" y="721563"/>
                </a:lnTo>
                <a:lnTo>
                  <a:pt x="1145336" y="723430"/>
                </a:lnTo>
                <a:lnTo>
                  <a:pt x="1146454" y="723887"/>
                </a:lnTo>
                <a:lnTo>
                  <a:pt x="1149083" y="723887"/>
                </a:lnTo>
                <a:lnTo>
                  <a:pt x="1150200" y="723430"/>
                </a:lnTo>
                <a:lnTo>
                  <a:pt x="1152067" y="721563"/>
                </a:lnTo>
                <a:lnTo>
                  <a:pt x="1152525" y="720445"/>
                </a:lnTo>
                <a:lnTo>
                  <a:pt x="1152525" y="717816"/>
                </a:lnTo>
                <a:close/>
              </a:path>
              <a:path w="2009775" h="1438275">
                <a:moveTo>
                  <a:pt x="1152525" y="8204"/>
                </a:moveTo>
                <a:lnTo>
                  <a:pt x="1152067" y="7086"/>
                </a:lnTo>
                <a:lnTo>
                  <a:pt x="1150200" y="5219"/>
                </a:lnTo>
                <a:lnTo>
                  <a:pt x="1149083" y="4749"/>
                </a:lnTo>
                <a:lnTo>
                  <a:pt x="1146454" y="4749"/>
                </a:lnTo>
                <a:lnTo>
                  <a:pt x="1145336" y="5219"/>
                </a:lnTo>
                <a:lnTo>
                  <a:pt x="1143469" y="7086"/>
                </a:lnTo>
                <a:lnTo>
                  <a:pt x="1143000" y="8204"/>
                </a:lnTo>
                <a:lnTo>
                  <a:pt x="1143000" y="10833"/>
                </a:lnTo>
                <a:lnTo>
                  <a:pt x="1143469" y="11950"/>
                </a:lnTo>
                <a:lnTo>
                  <a:pt x="1145336" y="13817"/>
                </a:lnTo>
                <a:lnTo>
                  <a:pt x="1146454" y="14274"/>
                </a:lnTo>
                <a:lnTo>
                  <a:pt x="1149083" y="14274"/>
                </a:lnTo>
                <a:lnTo>
                  <a:pt x="1150200" y="13817"/>
                </a:lnTo>
                <a:lnTo>
                  <a:pt x="1152067" y="11950"/>
                </a:lnTo>
                <a:lnTo>
                  <a:pt x="1152525" y="10833"/>
                </a:lnTo>
                <a:lnTo>
                  <a:pt x="1152525" y="8204"/>
                </a:lnTo>
                <a:close/>
              </a:path>
              <a:path w="2009775" h="1438275">
                <a:moveTo>
                  <a:pt x="1200150" y="1427429"/>
                </a:moveTo>
                <a:lnTo>
                  <a:pt x="1199692" y="1426311"/>
                </a:lnTo>
                <a:lnTo>
                  <a:pt x="1197825" y="1424444"/>
                </a:lnTo>
                <a:lnTo>
                  <a:pt x="1196708" y="1423974"/>
                </a:lnTo>
                <a:lnTo>
                  <a:pt x="1194079" y="1423974"/>
                </a:lnTo>
                <a:lnTo>
                  <a:pt x="1192961" y="1424444"/>
                </a:lnTo>
                <a:lnTo>
                  <a:pt x="1191094" y="1426311"/>
                </a:lnTo>
                <a:lnTo>
                  <a:pt x="1190625" y="1427429"/>
                </a:lnTo>
                <a:lnTo>
                  <a:pt x="1190625" y="1430058"/>
                </a:lnTo>
                <a:lnTo>
                  <a:pt x="1191094" y="1431175"/>
                </a:lnTo>
                <a:lnTo>
                  <a:pt x="1192961" y="1433042"/>
                </a:lnTo>
                <a:lnTo>
                  <a:pt x="1194079" y="1433499"/>
                </a:lnTo>
                <a:lnTo>
                  <a:pt x="1196708" y="1433499"/>
                </a:lnTo>
                <a:lnTo>
                  <a:pt x="1197825" y="1433042"/>
                </a:lnTo>
                <a:lnTo>
                  <a:pt x="1199692" y="1431175"/>
                </a:lnTo>
                <a:lnTo>
                  <a:pt x="1200150" y="1430058"/>
                </a:lnTo>
                <a:lnTo>
                  <a:pt x="1200150" y="1427429"/>
                </a:lnTo>
                <a:close/>
              </a:path>
              <a:path w="2009775" h="1438275">
                <a:moveTo>
                  <a:pt x="1200150" y="717816"/>
                </a:moveTo>
                <a:lnTo>
                  <a:pt x="1199692" y="716699"/>
                </a:lnTo>
                <a:lnTo>
                  <a:pt x="1197825" y="714832"/>
                </a:lnTo>
                <a:lnTo>
                  <a:pt x="1196708" y="714362"/>
                </a:lnTo>
                <a:lnTo>
                  <a:pt x="1194079" y="714362"/>
                </a:lnTo>
                <a:lnTo>
                  <a:pt x="1192961" y="714832"/>
                </a:lnTo>
                <a:lnTo>
                  <a:pt x="1191094" y="716699"/>
                </a:lnTo>
                <a:lnTo>
                  <a:pt x="1190625" y="717816"/>
                </a:lnTo>
                <a:lnTo>
                  <a:pt x="1190625" y="720445"/>
                </a:lnTo>
                <a:lnTo>
                  <a:pt x="1191094" y="721563"/>
                </a:lnTo>
                <a:lnTo>
                  <a:pt x="1192961" y="723430"/>
                </a:lnTo>
                <a:lnTo>
                  <a:pt x="1194079" y="723887"/>
                </a:lnTo>
                <a:lnTo>
                  <a:pt x="1196708" y="723887"/>
                </a:lnTo>
                <a:lnTo>
                  <a:pt x="1197825" y="723430"/>
                </a:lnTo>
                <a:lnTo>
                  <a:pt x="1199692" y="721563"/>
                </a:lnTo>
                <a:lnTo>
                  <a:pt x="1200150" y="720445"/>
                </a:lnTo>
                <a:lnTo>
                  <a:pt x="1200150" y="717816"/>
                </a:lnTo>
                <a:close/>
              </a:path>
              <a:path w="2009775" h="1438275">
                <a:moveTo>
                  <a:pt x="1200150" y="8204"/>
                </a:moveTo>
                <a:lnTo>
                  <a:pt x="1199692" y="7086"/>
                </a:lnTo>
                <a:lnTo>
                  <a:pt x="1197825" y="5219"/>
                </a:lnTo>
                <a:lnTo>
                  <a:pt x="1196708" y="4749"/>
                </a:lnTo>
                <a:lnTo>
                  <a:pt x="1194079" y="4749"/>
                </a:lnTo>
                <a:lnTo>
                  <a:pt x="1192961" y="5219"/>
                </a:lnTo>
                <a:lnTo>
                  <a:pt x="1191094" y="7086"/>
                </a:lnTo>
                <a:lnTo>
                  <a:pt x="1190625" y="8204"/>
                </a:lnTo>
                <a:lnTo>
                  <a:pt x="1190625" y="10833"/>
                </a:lnTo>
                <a:lnTo>
                  <a:pt x="1191094" y="11950"/>
                </a:lnTo>
                <a:lnTo>
                  <a:pt x="1192961" y="13817"/>
                </a:lnTo>
                <a:lnTo>
                  <a:pt x="1194079" y="14274"/>
                </a:lnTo>
                <a:lnTo>
                  <a:pt x="1196708" y="14274"/>
                </a:lnTo>
                <a:lnTo>
                  <a:pt x="1197825" y="13817"/>
                </a:lnTo>
                <a:lnTo>
                  <a:pt x="1199692" y="11950"/>
                </a:lnTo>
                <a:lnTo>
                  <a:pt x="1200150" y="10833"/>
                </a:lnTo>
                <a:lnTo>
                  <a:pt x="1200150" y="8204"/>
                </a:lnTo>
                <a:close/>
              </a:path>
              <a:path w="2009775" h="1438275">
                <a:moveTo>
                  <a:pt x="1247775" y="1427429"/>
                </a:moveTo>
                <a:lnTo>
                  <a:pt x="1247317" y="1426311"/>
                </a:lnTo>
                <a:lnTo>
                  <a:pt x="1245450" y="1424444"/>
                </a:lnTo>
                <a:lnTo>
                  <a:pt x="1244333" y="1423974"/>
                </a:lnTo>
                <a:lnTo>
                  <a:pt x="1241704" y="1423974"/>
                </a:lnTo>
                <a:lnTo>
                  <a:pt x="1240586" y="1424444"/>
                </a:lnTo>
                <a:lnTo>
                  <a:pt x="1238719" y="1426311"/>
                </a:lnTo>
                <a:lnTo>
                  <a:pt x="1238250" y="1427429"/>
                </a:lnTo>
                <a:lnTo>
                  <a:pt x="1238250" y="1430058"/>
                </a:lnTo>
                <a:lnTo>
                  <a:pt x="1238719" y="1431175"/>
                </a:lnTo>
                <a:lnTo>
                  <a:pt x="1240586" y="1433042"/>
                </a:lnTo>
                <a:lnTo>
                  <a:pt x="1241704" y="1433499"/>
                </a:lnTo>
                <a:lnTo>
                  <a:pt x="1244333" y="1433499"/>
                </a:lnTo>
                <a:lnTo>
                  <a:pt x="1245450" y="1433042"/>
                </a:lnTo>
                <a:lnTo>
                  <a:pt x="1247317" y="1431175"/>
                </a:lnTo>
                <a:lnTo>
                  <a:pt x="1247775" y="1430058"/>
                </a:lnTo>
                <a:lnTo>
                  <a:pt x="1247775" y="1427429"/>
                </a:lnTo>
                <a:close/>
              </a:path>
              <a:path w="2009775" h="1438275">
                <a:moveTo>
                  <a:pt x="1247775" y="717816"/>
                </a:moveTo>
                <a:lnTo>
                  <a:pt x="1247317" y="716699"/>
                </a:lnTo>
                <a:lnTo>
                  <a:pt x="1245450" y="714832"/>
                </a:lnTo>
                <a:lnTo>
                  <a:pt x="1244333" y="714362"/>
                </a:lnTo>
                <a:lnTo>
                  <a:pt x="1241704" y="714362"/>
                </a:lnTo>
                <a:lnTo>
                  <a:pt x="1240586" y="714832"/>
                </a:lnTo>
                <a:lnTo>
                  <a:pt x="1238719" y="716699"/>
                </a:lnTo>
                <a:lnTo>
                  <a:pt x="1238250" y="717816"/>
                </a:lnTo>
                <a:lnTo>
                  <a:pt x="1238250" y="720445"/>
                </a:lnTo>
                <a:lnTo>
                  <a:pt x="1238719" y="721563"/>
                </a:lnTo>
                <a:lnTo>
                  <a:pt x="1240586" y="723430"/>
                </a:lnTo>
                <a:lnTo>
                  <a:pt x="1241704" y="723887"/>
                </a:lnTo>
                <a:lnTo>
                  <a:pt x="1244333" y="723887"/>
                </a:lnTo>
                <a:lnTo>
                  <a:pt x="1245450" y="723430"/>
                </a:lnTo>
                <a:lnTo>
                  <a:pt x="1247317" y="721563"/>
                </a:lnTo>
                <a:lnTo>
                  <a:pt x="1247775" y="720445"/>
                </a:lnTo>
                <a:lnTo>
                  <a:pt x="1247775" y="717816"/>
                </a:lnTo>
                <a:close/>
              </a:path>
              <a:path w="2009775" h="1438275">
                <a:moveTo>
                  <a:pt x="1247775" y="8204"/>
                </a:moveTo>
                <a:lnTo>
                  <a:pt x="1247317" y="7086"/>
                </a:lnTo>
                <a:lnTo>
                  <a:pt x="1245450" y="5219"/>
                </a:lnTo>
                <a:lnTo>
                  <a:pt x="1244333" y="4749"/>
                </a:lnTo>
                <a:lnTo>
                  <a:pt x="1241704" y="4749"/>
                </a:lnTo>
                <a:lnTo>
                  <a:pt x="1240586" y="5219"/>
                </a:lnTo>
                <a:lnTo>
                  <a:pt x="1238719" y="7086"/>
                </a:lnTo>
                <a:lnTo>
                  <a:pt x="1238250" y="8204"/>
                </a:lnTo>
                <a:lnTo>
                  <a:pt x="1238250" y="10833"/>
                </a:lnTo>
                <a:lnTo>
                  <a:pt x="1238719" y="11950"/>
                </a:lnTo>
                <a:lnTo>
                  <a:pt x="1240586" y="13817"/>
                </a:lnTo>
                <a:lnTo>
                  <a:pt x="1241704" y="14274"/>
                </a:lnTo>
                <a:lnTo>
                  <a:pt x="1244333" y="14274"/>
                </a:lnTo>
                <a:lnTo>
                  <a:pt x="1245450" y="13817"/>
                </a:lnTo>
                <a:lnTo>
                  <a:pt x="1247317" y="11950"/>
                </a:lnTo>
                <a:lnTo>
                  <a:pt x="1247775" y="10833"/>
                </a:lnTo>
                <a:lnTo>
                  <a:pt x="1247775" y="8204"/>
                </a:lnTo>
                <a:close/>
              </a:path>
              <a:path w="2009775" h="1438275">
                <a:moveTo>
                  <a:pt x="1295400" y="1427429"/>
                </a:moveTo>
                <a:lnTo>
                  <a:pt x="1294942" y="1426311"/>
                </a:lnTo>
                <a:lnTo>
                  <a:pt x="1293075" y="1424444"/>
                </a:lnTo>
                <a:lnTo>
                  <a:pt x="1291958" y="1423974"/>
                </a:lnTo>
                <a:lnTo>
                  <a:pt x="1289329" y="1423974"/>
                </a:lnTo>
                <a:lnTo>
                  <a:pt x="1288211" y="1424444"/>
                </a:lnTo>
                <a:lnTo>
                  <a:pt x="1286344" y="1426311"/>
                </a:lnTo>
                <a:lnTo>
                  <a:pt x="1285875" y="1427429"/>
                </a:lnTo>
                <a:lnTo>
                  <a:pt x="1285875" y="1430058"/>
                </a:lnTo>
                <a:lnTo>
                  <a:pt x="1286344" y="1431175"/>
                </a:lnTo>
                <a:lnTo>
                  <a:pt x="1288211" y="1433042"/>
                </a:lnTo>
                <a:lnTo>
                  <a:pt x="1289329" y="1433499"/>
                </a:lnTo>
                <a:lnTo>
                  <a:pt x="1291958" y="1433499"/>
                </a:lnTo>
                <a:lnTo>
                  <a:pt x="1293075" y="1433042"/>
                </a:lnTo>
                <a:lnTo>
                  <a:pt x="1294942" y="1431175"/>
                </a:lnTo>
                <a:lnTo>
                  <a:pt x="1295400" y="1430058"/>
                </a:lnTo>
                <a:lnTo>
                  <a:pt x="1295400" y="1427429"/>
                </a:lnTo>
                <a:close/>
              </a:path>
              <a:path w="2009775" h="1438275">
                <a:moveTo>
                  <a:pt x="1295400" y="717816"/>
                </a:moveTo>
                <a:lnTo>
                  <a:pt x="1294942" y="716699"/>
                </a:lnTo>
                <a:lnTo>
                  <a:pt x="1293075" y="714832"/>
                </a:lnTo>
                <a:lnTo>
                  <a:pt x="1291958" y="714362"/>
                </a:lnTo>
                <a:lnTo>
                  <a:pt x="1289329" y="714362"/>
                </a:lnTo>
                <a:lnTo>
                  <a:pt x="1288211" y="714832"/>
                </a:lnTo>
                <a:lnTo>
                  <a:pt x="1286344" y="716699"/>
                </a:lnTo>
                <a:lnTo>
                  <a:pt x="1285875" y="717816"/>
                </a:lnTo>
                <a:lnTo>
                  <a:pt x="1285875" y="720445"/>
                </a:lnTo>
                <a:lnTo>
                  <a:pt x="1286344" y="721563"/>
                </a:lnTo>
                <a:lnTo>
                  <a:pt x="1288211" y="723430"/>
                </a:lnTo>
                <a:lnTo>
                  <a:pt x="1289329" y="723887"/>
                </a:lnTo>
                <a:lnTo>
                  <a:pt x="1291958" y="723887"/>
                </a:lnTo>
                <a:lnTo>
                  <a:pt x="1293075" y="723430"/>
                </a:lnTo>
                <a:lnTo>
                  <a:pt x="1294942" y="721563"/>
                </a:lnTo>
                <a:lnTo>
                  <a:pt x="1295400" y="720445"/>
                </a:lnTo>
                <a:lnTo>
                  <a:pt x="1295400" y="717816"/>
                </a:lnTo>
                <a:close/>
              </a:path>
              <a:path w="2009775" h="1438275">
                <a:moveTo>
                  <a:pt x="1295400" y="8204"/>
                </a:moveTo>
                <a:lnTo>
                  <a:pt x="1294942" y="7086"/>
                </a:lnTo>
                <a:lnTo>
                  <a:pt x="1293075" y="5219"/>
                </a:lnTo>
                <a:lnTo>
                  <a:pt x="1291958" y="4749"/>
                </a:lnTo>
                <a:lnTo>
                  <a:pt x="1289329" y="4749"/>
                </a:lnTo>
                <a:lnTo>
                  <a:pt x="1288211" y="5219"/>
                </a:lnTo>
                <a:lnTo>
                  <a:pt x="1286344" y="7086"/>
                </a:lnTo>
                <a:lnTo>
                  <a:pt x="1285875" y="8204"/>
                </a:lnTo>
                <a:lnTo>
                  <a:pt x="1285875" y="10833"/>
                </a:lnTo>
                <a:lnTo>
                  <a:pt x="1286344" y="11950"/>
                </a:lnTo>
                <a:lnTo>
                  <a:pt x="1288211" y="13817"/>
                </a:lnTo>
                <a:lnTo>
                  <a:pt x="1289329" y="14274"/>
                </a:lnTo>
                <a:lnTo>
                  <a:pt x="1291958" y="14274"/>
                </a:lnTo>
                <a:lnTo>
                  <a:pt x="1293075" y="13817"/>
                </a:lnTo>
                <a:lnTo>
                  <a:pt x="1294942" y="11950"/>
                </a:lnTo>
                <a:lnTo>
                  <a:pt x="1295400" y="10833"/>
                </a:lnTo>
                <a:lnTo>
                  <a:pt x="1295400" y="8204"/>
                </a:lnTo>
                <a:close/>
              </a:path>
              <a:path w="2009775" h="1438275">
                <a:moveTo>
                  <a:pt x="1343025" y="1427429"/>
                </a:moveTo>
                <a:lnTo>
                  <a:pt x="1342567" y="1426311"/>
                </a:lnTo>
                <a:lnTo>
                  <a:pt x="1340700" y="1424444"/>
                </a:lnTo>
                <a:lnTo>
                  <a:pt x="1339583" y="1423974"/>
                </a:lnTo>
                <a:lnTo>
                  <a:pt x="1336954" y="1423974"/>
                </a:lnTo>
                <a:lnTo>
                  <a:pt x="1335836" y="1424444"/>
                </a:lnTo>
                <a:lnTo>
                  <a:pt x="1333969" y="1426311"/>
                </a:lnTo>
                <a:lnTo>
                  <a:pt x="1333500" y="1427429"/>
                </a:lnTo>
                <a:lnTo>
                  <a:pt x="1333500" y="1430058"/>
                </a:lnTo>
                <a:lnTo>
                  <a:pt x="1333969" y="1431175"/>
                </a:lnTo>
                <a:lnTo>
                  <a:pt x="1335836" y="1433042"/>
                </a:lnTo>
                <a:lnTo>
                  <a:pt x="1336954" y="1433499"/>
                </a:lnTo>
                <a:lnTo>
                  <a:pt x="1339583" y="1433499"/>
                </a:lnTo>
                <a:lnTo>
                  <a:pt x="1340700" y="1433042"/>
                </a:lnTo>
                <a:lnTo>
                  <a:pt x="1342567" y="1431175"/>
                </a:lnTo>
                <a:lnTo>
                  <a:pt x="1343025" y="1430058"/>
                </a:lnTo>
                <a:lnTo>
                  <a:pt x="1343025" y="1427429"/>
                </a:lnTo>
                <a:close/>
              </a:path>
              <a:path w="2009775" h="1438275">
                <a:moveTo>
                  <a:pt x="1343025" y="717816"/>
                </a:moveTo>
                <a:lnTo>
                  <a:pt x="1342567" y="716699"/>
                </a:lnTo>
                <a:lnTo>
                  <a:pt x="1340700" y="714832"/>
                </a:lnTo>
                <a:lnTo>
                  <a:pt x="1339583" y="714362"/>
                </a:lnTo>
                <a:lnTo>
                  <a:pt x="1336954" y="714362"/>
                </a:lnTo>
                <a:lnTo>
                  <a:pt x="1335836" y="714832"/>
                </a:lnTo>
                <a:lnTo>
                  <a:pt x="1333969" y="716699"/>
                </a:lnTo>
                <a:lnTo>
                  <a:pt x="1333500" y="717816"/>
                </a:lnTo>
                <a:lnTo>
                  <a:pt x="1333500" y="720445"/>
                </a:lnTo>
                <a:lnTo>
                  <a:pt x="1333969" y="721563"/>
                </a:lnTo>
                <a:lnTo>
                  <a:pt x="1335836" y="723430"/>
                </a:lnTo>
                <a:lnTo>
                  <a:pt x="1336954" y="723887"/>
                </a:lnTo>
                <a:lnTo>
                  <a:pt x="1339583" y="723887"/>
                </a:lnTo>
                <a:lnTo>
                  <a:pt x="1340700" y="723430"/>
                </a:lnTo>
                <a:lnTo>
                  <a:pt x="1342567" y="721563"/>
                </a:lnTo>
                <a:lnTo>
                  <a:pt x="1343025" y="720445"/>
                </a:lnTo>
                <a:lnTo>
                  <a:pt x="1343025" y="717816"/>
                </a:lnTo>
                <a:close/>
              </a:path>
              <a:path w="2009775" h="1438275">
                <a:moveTo>
                  <a:pt x="1343025" y="8204"/>
                </a:moveTo>
                <a:lnTo>
                  <a:pt x="1342567" y="7086"/>
                </a:lnTo>
                <a:lnTo>
                  <a:pt x="1340700" y="5219"/>
                </a:lnTo>
                <a:lnTo>
                  <a:pt x="1339583" y="4749"/>
                </a:lnTo>
                <a:lnTo>
                  <a:pt x="1336954" y="4749"/>
                </a:lnTo>
                <a:lnTo>
                  <a:pt x="1335836" y="5219"/>
                </a:lnTo>
                <a:lnTo>
                  <a:pt x="1333969" y="7086"/>
                </a:lnTo>
                <a:lnTo>
                  <a:pt x="1333500" y="8204"/>
                </a:lnTo>
                <a:lnTo>
                  <a:pt x="1333500" y="10833"/>
                </a:lnTo>
                <a:lnTo>
                  <a:pt x="1333969" y="11950"/>
                </a:lnTo>
                <a:lnTo>
                  <a:pt x="1335836" y="13817"/>
                </a:lnTo>
                <a:lnTo>
                  <a:pt x="1336954" y="14274"/>
                </a:lnTo>
                <a:lnTo>
                  <a:pt x="1339583" y="14274"/>
                </a:lnTo>
                <a:lnTo>
                  <a:pt x="1340700" y="13817"/>
                </a:lnTo>
                <a:lnTo>
                  <a:pt x="1342567" y="11950"/>
                </a:lnTo>
                <a:lnTo>
                  <a:pt x="1343025" y="10833"/>
                </a:lnTo>
                <a:lnTo>
                  <a:pt x="1343025" y="8204"/>
                </a:lnTo>
                <a:close/>
              </a:path>
              <a:path w="2009775" h="1438275">
                <a:moveTo>
                  <a:pt x="1390650" y="1427429"/>
                </a:moveTo>
                <a:lnTo>
                  <a:pt x="1390192" y="1426311"/>
                </a:lnTo>
                <a:lnTo>
                  <a:pt x="1388325" y="1424444"/>
                </a:lnTo>
                <a:lnTo>
                  <a:pt x="1387208" y="1423974"/>
                </a:lnTo>
                <a:lnTo>
                  <a:pt x="1384579" y="1423974"/>
                </a:lnTo>
                <a:lnTo>
                  <a:pt x="1383461" y="1424444"/>
                </a:lnTo>
                <a:lnTo>
                  <a:pt x="1381594" y="1426311"/>
                </a:lnTo>
                <a:lnTo>
                  <a:pt x="1381125" y="1427429"/>
                </a:lnTo>
                <a:lnTo>
                  <a:pt x="1381125" y="1430058"/>
                </a:lnTo>
                <a:lnTo>
                  <a:pt x="1381594" y="1431175"/>
                </a:lnTo>
                <a:lnTo>
                  <a:pt x="1383461" y="1433042"/>
                </a:lnTo>
                <a:lnTo>
                  <a:pt x="1384579" y="1433499"/>
                </a:lnTo>
                <a:lnTo>
                  <a:pt x="1387208" y="1433499"/>
                </a:lnTo>
                <a:lnTo>
                  <a:pt x="1388325" y="1433042"/>
                </a:lnTo>
                <a:lnTo>
                  <a:pt x="1390192" y="1431175"/>
                </a:lnTo>
                <a:lnTo>
                  <a:pt x="1390650" y="1430058"/>
                </a:lnTo>
                <a:lnTo>
                  <a:pt x="1390650" y="1427429"/>
                </a:lnTo>
                <a:close/>
              </a:path>
              <a:path w="2009775" h="1438275">
                <a:moveTo>
                  <a:pt x="1390650" y="717816"/>
                </a:moveTo>
                <a:lnTo>
                  <a:pt x="1390192" y="716699"/>
                </a:lnTo>
                <a:lnTo>
                  <a:pt x="1388325" y="714832"/>
                </a:lnTo>
                <a:lnTo>
                  <a:pt x="1387208" y="714362"/>
                </a:lnTo>
                <a:lnTo>
                  <a:pt x="1384579" y="714362"/>
                </a:lnTo>
                <a:lnTo>
                  <a:pt x="1383461" y="714832"/>
                </a:lnTo>
                <a:lnTo>
                  <a:pt x="1381594" y="716699"/>
                </a:lnTo>
                <a:lnTo>
                  <a:pt x="1381125" y="717816"/>
                </a:lnTo>
                <a:lnTo>
                  <a:pt x="1381125" y="720445"/>
                </a:lnTo>
                <a:lnTo>
                  <a:pt x="1381594" y="721563"/>
                </a:lnTo>
                <a:lnTo>
                  <a:pt x="1383461" y="723430"/>
                </a:lnTo>
                <a:lnTo>
                  <a:pt x="1384579" y="723887"/>
                </a:lnTo>
                <a:lnTo>
                  <a:pt x="1387208" y="723887"/>
                </a:lnTo>
                <a:lnTo>
                  <a:pt x="1388325" y="723430"/>
                </a:lnTo>
                <a:lnTo>
                  <a:pt x="1390192" y="721563"/>
                </a:lnTo>
                <a:lnTo>
                  <a:pt x="1390650" y="720445"/>
                </a:lnTo>
                <a:lnTo>
                  <a:pt x="1390650" y="717816"/>
                </a:lnTo>
                <a:close/>
              </a:path>
              <a:path w="2009775" h="1438275">
                <a:moveTo>
                  <a:pt x="1390650" y="8204"/>
                </a:moveTo>
                <a:lnTo>
                  <a:pt x="1390192" y="7086"/>
                </a:lnTo>
                <a:lnTo>
                  <a:pt x="1388325" y="5219"/>
                </a:lnTo>
                <a:lnTo>
                  <a:pt x="1387208" y="4749"/>
                </a:lnTo>
                <a:lnTo>
                  <a:pt x="1384579" y="4749"/>
                </a:lnTo>
                <a:lnTo>
                  <a:pt x="1383461" y="5219"/>
                </a:lnTo>
                <a:lnTo>
                  <a:pt x="1381594" y="7086"/>
                </a:lnTo>
                <a:lnTo>
                  <a:pt x="1381125" y="8204"/>
                </a:lnTo>
                <a:lnTo>
                  <a:pt x="1381125" y="10833"/>
                </a:lnTo>
                <a:lnTo>
                  <a:pt x="1381594" y="11950"/>
                </a:lnTo>
                <a:lnTo>
                  <a:pt x="1383461" y="13817"/>
                </a:lnTo>
                <a:lnTo>
                  <a:pt x="1384579" y="14274"/>
                </a:lnTo>
                <a:lnTo>
                  <a:pt x="1387208" y="14274"/>
                </a:lnTo>
                <a:lnTo>
                  <a:pt x="1388325" y="13817"/>
                </a:lnTo>
                <a:lnTo>
                  <a:pt x="1390192" y="11950"/>
                </a:lnTo>
                <a:lnTo>
                  <a:pt x="1390650" y="10833"/>
                </a:lnTo>
                <a:lnTo>
                  <a:pt x="1390650" y="8204"/>
                </a:lnTo>
                <a:close/>
              </a:path>
              <a:path w="2009775" h="1438275">
                <a:moveTo>
                  <a:pt x="1438275" y="1427429"/>
                </a:moveTo>
                <a:lnTo>
                  <a:pt x="1437817" y="1426311"/>
                </a:lnTo>
                <a:lnTo>
                  <a:pt x="1435950" y="1424444"/>
                </a:lnTo>
                <a:lnTo>
                  <a:pt x="1434833" y="1423974"/>
                </a:lnTo>
                <a:lnTo>
                  <a:pt x="1432204" y="1423974"/>
                </a:lnTo>
                <a:lnTo>
                  <a:pt x="1431086" y="1424444"/>
                </a:lnTo>
                <a:lnTo>
                  <a:pt x="1429219" y="1426311"/>
                </a:lnTo>
                <a:lnTo>
                  <a:pt x="1428750" y="1427429"/>
                </a:lnTo>
                <a:lnTo>
                  <a:pt x="1428750" y="1430058"/>
                </a:lnTo>
                <a:lnTo>
                  <a:pt x="1429219" y="1431175"/>
                </a:lnTo>
                <a:lnTo>
                  <a:pt x="1431086" y="1433042"/>
                </a:lnTo>
                <a:lnTo>
                  <a:pt x="1432204" y="1433499"/>
                </a:lnTo>
                <a:lnTo>
                  <a:pt x="1434833" y="1433499"/>
                </a:lnTo>
                <a:lnTo>
                  <a:pt x="1435950" y="1433042"/>
                </a:lnTo>
                <a:lnTo>
                  <a:pt x="1437817" y="1431175"/>
                </a:lnTo>
                <a:lnTo>
                  <a:pt x="1438275" y="1430058"/>
                </a:lnTo>
                <a:lnTo>
                  <a:pt x="1438275" y="1427429"/>
                </a:lnTo>
                <a:close/>
              </a:path>
              <a:path w="2009775" h="1438275">
                <a:moveTo>
                  <a:pt x="1438275" y="717816"/>
                </a:moveTo>
                <a:lnTo>
                  <a:pt x="1437817" y="716699"/>
                </a:lnTo>
                <a:lnTo>
                  <a:pt x="1435950" y="714832"/>
                </a:lnTo>
                <a:lnTo>
                  <a:pt x="1434833" y="714362"/>
                </a:lnTo>
                <a:lnTo>
                  <a:pt x="1432204" y="714362"/>
                </a:lnTo>
                <a:lnTo>
                  <a:pt x="1431086" y="714832"/>
                </a:lnTo>
                <a:lnTo>
                  <a:pt x="1429219" y="716699"/>
                </a:lnTo>
                <a:lnTo>
                  <a:pt x="1428750" y="717816"/>
                </a:lnTo>
                <a:lnTo>
                  <a:pt x="1428750" y="720445"/>
                </a:lnTo>
                <a:lnTo>
                  <a:pt x="1429219" y="721563"/>
                </a:lnTo>
                <a:lnTo>
                  <a:pt x="1431086" y="723430"/>
                </a:lnTo>
                <a:lnTo>
                  <a:pt x="1432204" y="723887"/>
                </a:lnTo>
                <a:lnTo>
                  <a:pt x="1434833" y="723887"/>
                </a:lnTo>
                <a:lnTo>
                  <a:pt x="1435950" y="723430"/>
                </a:lnTo>
                <a:lnTo>
                  <a:pt x="1437817" y="721563"/>
                </a:lnTo>
                <a:lnTo>
                  <a:pt x="1438275" y="720445"/>
                </a:lnTo>
                <a:lnTo>
                  <a:pt x="1438275" y="717816"/>
                </a:lnTo>
                <a:close/>
              </a:path>
              <a:path w="2009775" h="1438275">
                <a:moveTo>
                  <a:pt x="1438275" y="8204"/>
                </a:moveTo>
                <a:lnTo>
                  <a:pt x="1437817" y="7086"/>
                </a:lnTo>
                <a:lnTo>
                  <a:pt x="1435950" y="5219"/>
                </a:lnTo>
                <a:lnTo>
                  <a:pt x="1434833" y="4749"/>
                </a:lnTo>
                <a:lnTo>
                  <a:pt x="1432204" y="4749"/>
                </a:lnTo>
                <a:lnTo>
                  <a:pt x="1431086" y="5219"/>
                </a:lnTo>
                <a:lnTo>
                  <a:pt x="1429219" y="7086"/>
                </a:lnTo>
                <a:lnTo>
                  <a:pt x="1428750" y="8204"/>
                </a:lnTo>
                <a:lnTo>
                  <a:pt x="1428750" y="10833"/>
                </a:lnTo>
                <a:lnTo>
                  <a:pt x="1429219" y="11950"/>
                </a:lnTo>
                <a:lnTo>
                  <a:pt x="1431086" y="13817"/>
                </a:lnTo>
                <a:lnTo>
                  <a:pt x="1432204" y="14274"/>
                </a:lnTo>
                <a:lnTo>
                  <a:pt x="1434833" y="14274"/>
                </a:lnTo>
                <a:lnTo>
                  <a:pt x="1435950" y="13817"/>
                </a:lnTo>
                <a:lnTo>
                  <a:pt x="1437817" y="11950"/>
                </a:lnTo>
                <a:lnTo>
                  <a:pt x="1438275" y="10833"/>
                </a:lnTo>
                <a:lnTo>
                  <a:pt x="1438275" y="8204"/>
                </a:lnTo>
                <a:close/>
              </a:path>
              <a:path w="2009775" h="1438275">
                <a:moveTo>
                  <a:pt x="1485900" y="1427429"/>
                </a:moveTo>
                <a:lnTo>
                  <a:pt x="1485442" y="1426311"/>
                </a:lnTo>
                <a:lnTo>
                  <a:pt x="1483575" y="1424444"/>
                </a:lnTo>
                <a:lnTo>
                  <a:pt x="1482458" y="1423974"/>
                </a:lnTo>
                <a:lnTo>
                  <a:pt x="1479829" y="1423974"/>
                </a:lnTo>
                <a:lnTo>
                  <a:pt x="1478711" y="1424444"/>
                </a:lnTo>
                <a:lnTo>
                  <a:pt x="1476844" y="1426311"/>
                </a:lnTo>
                <a:lnTo>
                  <a:pt x="1476375" y="1427429"/>
                </a:lnTo>
                <a:lnTo>
                  <a:pt x="1476375" y="1430058"/>
                </a:lnTo>
                <a:lnTo>
                  <a:pt x="1476844" y="1431175"/>
                </a:lnTo>
                <a:lnTo>
                  <a:pt x="1478711" y="1433042"/>
                </a:lnTo>
                <a:lnTo>
                  <a:pt x="1479829" y="1433499"/>
                </a:lnTo>
                <a:lnTo>
                  <a:pt x="1482458" y="1433499"/>
                </a:lnTo>
                <a:lnTo>
                  <a:pt x="1483575" y="1433042"/>
                </a:lnTo>
                <a:lnTo>
                  <a:pt x="1485442" y="1431175"/>
                </a:lnTo>
                <a:lnTo>
                  <a:pt x="1485900" y="1430058"/>
                </a:lnTo>
                <a:lnTo>
                  <a:pt x="1485900" y="1427429"/>
                </a:lnTo>
                <a:close/>
              </a:path>
              <a:path w="2009775" h="1438275">
                <a:moveTo>
                  <a:pt x="1485900" y="717816"/>
                </a:moveTo>
                <a:lnTo>
                  <a:pt x="1485442" y="716699"/>
                </a:lnTo>
                <a:lnTo>
                  <a:pt x="1483575" y="714832"/>
                </a:lnTo>
                <a:lnTo>
                  <a:pt x="1482458" y="714362"/>
                </a:lnTo>
                <a:lnTo>
                  <a:pt x="1479829" y="714362"/>
                </a:lnTo>
                <a:lnTo>
                  <a:pt x="1478711" y="714832"/>
                </a:lnTo>
                <a:lnTo>
                  <a:pt x="1476844" y="716699"/>
                </a:lnTo>
                <a:lnTo>
                  <a:pt x="1476375" y="717816"/>
                </a:lnTo>
                <a:lnTo>
                  <a:pt x="1476375" y="720445"/>
                </a:lnTo>
                <a:lnTo>
                  <a:pt x="1476844" y="721563"/>
                </a:lnTo>
                <a:lnTo>
                  <a:pt x="1478711" y="723430"/>
                </a:lnTo>
                <a:lnTo>
                  <a:pt x="1479829" y="723887"/>
                </a:lnTo>
                <a:lnTo>
                  <a:pt x="1482458" y="723887"/>
                </a:lnTo>
                <a:lnTo>
                  <a:pt x="1483575" y="723430"/>
                </a:lnTo>
                <a:lnTo>
                  <a:pt x="1485442" y="721563"/>
                </a:lnTo>
                <a:lnTo>
                  <a:pt x="1485900" y="720445"/>
                </a:lnTo>
                <a:lnTo>
                  <a:pt x="1485900" y="717816"/>
                </a:lnTo>
                <a:close/>
              </a:path>
              <a:path w="2009775" h="1438275">
                <a:moveTo>
                  <a:pt x="1485900" y="8204"/>
                </a:moveTo>
                <a:lnTo>
                  <a:pt x="1485442" y="7086"/>
                </a:lnTo>
                <a:lnTo>
                  <a:pt x="1483575" y="5219"/>
                </a:lnTo>
                <a:lnTo>
                  <a:pt x="1482458" y="4749"/>
                </a:lnTo>
                <a:lnTo>
                  <a:pt x="1479829" y="4749"/>
                </a:lnTo>
                <a:lnTo>
                  <a:pt x="1478711" y="5219"/>
                </a:lnTo>
                <a:lnTo>
                  <a:pt x="1476844" y="7086"/>
                </a:lnTo>
                <a:lnTo>
                  <a:pt x="1476375" y="8204"/>
                </a:lnTo>
                <a:lnTo>
                  <a:pt x="1476375" y="10833"/>
                </a:lnTo>
                <a:lnTo>
                  <a:pt x="1476844" y="11950"/>
                </a:lnTo>
                <a:lnTo>
                  <a:pt x="1478711" y="13817"/>
                </a:lnTo>
                <a:lnTo>
                  <a:pt x="1479829" y="14274"/>
                </a:lnTo>
                <a:lnTo>
                  <a:pt x="1482458" y="14274"/>
                </a:lnTo>
                <a:lnTo>
                  <a:pt x="1483575" y="13817"/>
                </a:lnTo>
                <a:lnTo>
                  <a:pt x="1485442" y="11950"/>
                </a:lnTo>
                <a:lnTo>
                  <a:pt x="1485900" y="10833"/>
                </a:lnTo>
                <a:lnTo>
                  <a:pt x="1485900" y="8204"/>
                </a:lnTo>
                <a:close/>
              </a:path>
              <a:path w="2009775" h="1438275">
                <a:moveTo>
                  <a:pt x="1533525" y="1427429"/>
                </a:moveTo>
                <a:lnTo>
                  <a:pt x="1533067" y="1426311"/>
                </a:lnTo>
                <a:lnTo>
                  <a:pt x="1531200" y="1424444"/>
                </a:lnTo>
                <a:lnTo>
                  <a:pt x="1530083" y="1423974"/>
                </a:lnTo>
                <a:lnTo>
                  <a:pt x="1527454" y="1423974"/>
                </a:lnTo>
                <a:lnTo>
                  <a:pt x="1526336" y="1424444"/>
                </a:lnTo>
                <a:lnTo>
                  <a:pt x="1524469" y="1426311"/>
                </a:lnTo>
                <a:lnTo>
                  <a:pt x="1524000" y="1427429"/>
                </a:lnTo>
                <a:lnTo>
                  <a:pt x="1524000" y="1430058"/>
                </a:lnTo>
                <a:lnTo>
                  <a:pt x="1524469" y="1431175"/>
                </a:lnTo>
                <a:lnTo>
                  <a:pt x="1526336" y="1433042"/>
                </a:lnTo>
                <a:lnTo>
                  <a:pt x="1527454" y="1433499"/>
                </a:lnTo>
                <a:lnTo>
                  <a:pt x="1530083" y="1433499"/>
                </a:lnTo>
                <a:lnTo>
                  <a:pt x="1531200" y="1433042"/>
                </a:lnTo>
                <a:lnTo>
                  <a:pt x="1533067" y="1431175"/>
                </a:lnTo>
                <a:lnTo>
                  <a:pt x="1533525" y="1430058"/>
                </a:lnTo>
                <a:lnTo>
                  <a:pt x="1533525" y="1427429"/>
                </a:lnTo>
                <a:close/>
              </a:path>
              <a:path w="2009775" h="1438275">
                <a:moveTo>
                  <a:pt x="1533525" y="717816"/>
                </a:moveTo>
                <a:lnTo>
                  <a:pt x="1533067" y="716699"/>
                </a:lnTo>
                <a:lnTo>
                  <a:pt x="1531200" y="714832"/>
                </a:lnTo>
                <a:lnTo>
                  <a:pt x="1530083" y="714362"/>
                </a:lnTo>
                <a:lnTo>
                  <a:pt x="1527454" y="714362"/>
                </a:lnTo>
                <a:lnTo>
                  <a:pt x="1526336" y="714832"/>
                </a:lnTo>
                <a:lnTo>
                  <a:pt x="1524469" y="716699"/>
                </a:lnTo>
                <a:lnTo>
                  <a:pt x="1524000" y="717816"/>
                </a:lnTo>
                <a:lnTo>
                  <a:pt x="1524000" y="720445"/>
                </a:lnTo>
                <a:lnTo>
                  <a:pt x="1524469" y="721563"/>
                </a:lnTo>
                <a:lnTo>
                  <a:pt x="1526336" y="723430"/>
                </a:lnTo>
                <a:lnTo>
                  <a:pt x="1527454" y="723887"/>
                </a:lnTo>
                <a:lnTo>
                  <a:pt x="1530083" y="723887"/>
                </a:lnTo>
                <a:lnTo>
                  <a:pt x="1531200" y="723430"/>
                </a:lnTo>
                <a:lnTo>
                  <a:pt x="1533067" y="721563"/>
                </a:lnTo>
                <a:lnTo>
                  <a:pt x="1533525" y="720445"/>
                </a:lnTo>
                <a:lnTo>
                  <a:pt x="1533525" y="717816"/>
                </a:lnTo>
                <a:close/>
              </a:path>
              <a:path w="2009775" h="1438275">
                <a:moveTo>
                  <a:pt x="1533525" y="8204"/>
                </a:moveTo>
                <a:lnTo>
                  <a:pt x="1533067" y="7086"/>
                </a:lnTo>
                <a:lnTo>
                  <a:pt x="1531200" y="5219"/>
                </a:lnTo>
                <a:lnTo>
                  <a:pt x="1530083" y="4749"/>
                </a:lnTo>
                <a:lnTo>
                  <a:pt x="1527454" y="4749"/>
                </a:lnTo>
                <a:lnTo>
                  <a:pt x="1526336" y="5219"/>
                </a:lnTo>
                <a:lnTo>
                  <a:pt x="1524469" y="7086"/>
                </a:lnTo>
                <a:lnTo>
                  <a:pt x="1524000" y="8204"/>
                </a:lnTo>
                <a:lnTo>
                  <a:pt x="1524000" y="10833"/>
                </a:lnTo>
                <a:lnTo>
                  <a:pt x="1524469" y="11950"/>
                </a:lnTo>
                <a:lnTo>
                  <a:pt x="1526336" y="13817"/>
                </a:lnTo>
                <a:lnTo>
                  <a:pt x="1527454" y="14274"/>
                </a:lnTo>
                <a:lnTo>
                  <a:pt x="1530083" y="14274"/>
                </a:lnTo>
                <a:lnTo>
                  <a:pt x="1531200" y="13817"/>
                </a:lnTo>
                <a:lnTo>
                  <a:pt x="1533067" y="11950"/>
                </a:lnTo>
                <a:lnTo>
                  <a:pt x="1533525" y="10833"/>
                </a:lnTo>
                <a:lnTo>
                  <a:pt x="1533525" y="8204"/>
                </a:lnTo>
                <a:close/>
              </a:path>
              <a:path w="2009775" h="1438275">
                <a:moveTo>
                  <a:pt x="1581150" y="1427429"/>
                </a:moveTo>
                <a:lnTo>
                  <a:pt x="1580692" y="1426311"/>
                </a:lnTo>
                <a:lnTo>
                  <a:pt x="1578825" y="1424444"/>
                </a:lnTo>
                <a:lnTo>
                  <a:pt x="1577708" y="1423974"/>
                </a:lnTo>
                <a:lnTo>
                  <a:pt x="1575079" y="1423974"/>
                </a:lnTo>
                <a:lnTo>
                  <a:pt x="1573961" y="1424444"/>
                </a:lnTo>
                <a:lnTo>
                  <a:pt x="1572094" y="1426311"/>
                </a:lnTo>
                <a:lnTo>
                  <a:pt x="1571625" y="1427429"/>
                </a:lnTo>
                <a:lnTo>
                  <a:pt x="1571625" y="1430058"/>
                </a:lnTo>
                <a:lnTo>
                  <a:pt x="1572094" y="1431175"/>
                </a:lnTo>
                <a:lnTo>
                  <a:pt x="1573961" y="1433042"/>
                </a:lnTo>
                <a:lnTo>
                  <a:pt x="1575079" y="1433499"/>
                </a:lnTo>
                <a:lnTo>
                  <a:pt x="1577708" y="1433499"/>
                </a:lnTo>
                <a:lnTo>
                  <a:pt x="1578825" y="1433042"/>
                </a:lnTo>
                <a:lnTo>
                  <a:pt x="1580692" y="1431175"/>
                </a:lnTo>
                <a:lnTo>
                  <a:pt x="1581150" y="1430058"/>
                </a:lnTo>
                <a:lnTo>
                  <a:pt x="1581150" y="1427429"/>
                </a:lnTo>
                <a:close/>
              </a:path>
              <a:path w="2009775" h="1438275">
                <a:moveTo>
                  <a:pt x="1581150" y="717816"/>
                </a:moveTo>
                <a:lnTo>
                  <a:pt x="1580692" y="716699"/>
                </a:lnTo>
                <a:lnTo>
                  <a:pt x="1578825" y="714832"/>
                </a:lnTo>
                <a:lnTo>
                  <a:pt x="1577708" y="714362"/>
                </a:lnTo>
                <a:lnTo>
                  <a:pt x="1575079" y="714362"/>
                </a:lnTo>
                <a:lnTo>
                  <a:pt x="1573961" y="714832"/>
                </a:lnTo>
                <a:lnTo>
                  <a:pt x="1572094" y="716699"/>
                </a:lnTo>
                <a:lnTo>
                  <a:pt x="1571625" y="717816"/>
                </a:lnTo>
                <a:lnTo>
                  <a:pt x="1571625" y="720445"/>
                </a:lnTo>
                <a:lnTo>
                  <a:pt x="1572094" y="721563"/>
                </a:lnTo>
                <a:lnTo>
                  <a:pt x="1573961" y="723430"/>
                </a:lnTo>
                <a:lnTo>
                  <a:pt x="1575079" y="723887"/>
                </a:lnTo>
                <a:lnTo>
                  <a:pt x="1577708" y="723887"/>
                </a:lnTo>
                <a:lnTo>
                  <a:pt x="1578825" y="723430"/>
                </a:lnTo>
                <a:lnTo>
                  <a:pt x="1580692" y="721563"/>
                </a:lnTo>
                <a:lnTo>
                  <a:pt x="1581150" y="720445"/>
                </a:lnTo>
                <a:lnTo>
                  <a:pt x="1581150" y="717816"/>
                </a:lnTo>
                <a:close/>
              </a:path>
              <a:path w="2009775" h="1438275">
                <a:moveTo>
                  <a:pt x="1581150" y="8204"/>
                </a:moveTo>
                <a:lnTo>
                  <a:pt x="1580692" y="7086"/>
                </a:lnTo>
                <a:lnTo>
                  <a:pt x="1578825" y="5219"/>
                </a:lnTo>
                <a:lnTo>
                  <a:pt x="1577708" y="4749"/>
                </a:lnTo>
                <a:lnTo>
                  <a:pt x="1575079" y="4749"/>
                </a:lnTo>
                <a:lnTo>
                  <a:pt x="1573961" y="5219"/>
                </a:lnTo>
                <a:lnTo>
                  <a:pt x="1572094" y="7086"/>
                </a:lnTo>
                <a:lnTo>
                  <a:pt x="1571625" y="8204"/>
                </a:lnTo>
                <a:lnTo>
                  <a:pt x="1571625" y="10833"/>
                </a:lnTo>
                <a:lnTo>
                  <a:pt x="1572094" y="11950"/>
                </a:lnTo>
                <a:lnTo>
                  <a:pt x="1573961" y="13817"/>
                </a:lnTo>
                <a:lnTo>
                  <a:pt x="1575079" y="14274"/>
                </a:lnTo>
                <a:lnTo>
                  <a:pt x="1577708" y="14274"/>
                </a:lnTo>
                <a:lnTo>
                  <a:pt x="1578825" y="13817"/>
                </a:lnTo>
                <a:lnTo>
                  <a:pt x="1580692" y="11950"/>
                </a:lnTo>
                <a:lnTo>
                  <a:pt x="1581150" y="10833"/>
                </a:lnTo>
                <a:lnTo>
                  <a:pt x="1581150" y="8204"/>
                </a:lnTo>
                <a:close/>
              </a:path>
              <a:path w="2009775" h="1438275">
                <a:moveTo>
                  <a:pt x="1628775" y="1427429"/>
                </a:moveTo>
                <a:lnTo>
                  <a:pt x="1628317" y="1426311"/>
                </a:lnTo>
                <a:lnTo>
                  <a:pt x="1626450" y="1424444"/>
                </a:lnTo>
                <a:lnTo>
                  <a:pt x="1625333" y="1423974"/>
                </a:lnTo>
                <a:lnTo>
                  <a:pt x="1622704" y="1423974"/>
                </a:lnTo>
                <a:lnTo>
                  <a:pt x="1621586" y="1424444"/>
                </a:lnTo>
                <a:lnTo>
                  <a:pt x="1619719" y="1426311"/>
                </a:lnTo>
                <a:lnTo>
                  <a:pt x="1619250" y="1427429"/>
                </a:lnTo>
                <a:lnTo>
                  <a:pt x="1619250" y="1430058"/>
                </a:lnTo>
                <a:lnTo>
                  <a:pt x="1619719" y="1431175"/>
                </a:lnTo>
                <a:lnTo>
                  <a:pt x="1621586" y="1433042"/>
                </a:lnTo>
                <a:lnTo>
                  <a:pt x="1622704" y="1433499"/>
                </a:lnTo>
                <a:lnTo>
                  <a:pt x="1625333" y="1433499"/>
                </a:lnTo>
                <a:lnTo>
                  <a:pt x="1626450" y="1433042"/>
                </a:lnTo>
                <a:lnTo>
                  <a:pt x="1628317" y="1431175"/>
                </a:lnTo>
                <a:lnTo>
                  <a:pt x="1628775" y="1430058"/>
                </a:lnTo>
                <a:lnTo>
                  <a:pt x="1628775" y="1427429"/>
                </a:lnTo>
                <a:close/>
              </a:path>
              <a:path w="2009775" h="1438275">
                <a:moveTo>
                  <a:pt x="1628775" y="717816"/>
                </a:moveTo>
                <a:lnTo>
                  <a:pt x="1628317" y="716699"/>
                </a:lnTo>
                <a:lnTo>
                  <a:pt x="1626450" y="714832"/>
                </a:lnTo>
                <a:lnTo>
                  <a:pt x="1625333" y="714362"/>
                </a:lnTo>
                <a:lnTo>
                  <a:pt x="1622704" y="714362"/>
                </a:lnTo>
                <a:lnTo>
                  <a:pt x="1621586" y="714832"/>
                </a:lnTo>
                <a:lnTo>
                  <a:pt x="1619719" y="716699"/>
                </a:lnTo>
                <a:lnTo>
                  <a:pt x="1619250" y="717816"/>
                </a:lnTo>
                <a:lnTo>
                  <a:pt x="1619250" y="720445"/>
                </a:lnTo>
                <a:lnTo>
                  <a:pt x="1619719" y="721563"/>
                </a:lnTo>
                <a:lnTo>
                  <a:pt x="1621586" y="723430"/>
                </a:lnTo>
                <a:lnTo>
                  <a:pt x="1622704" y="723887"/>
                </a:lnTo>
                <a:lnTo>
                  <a:pt x="1625333" y="723887"/>
                </a:lnTo>
                <a:lnTo>
                  <a:pt x="1626450" y="723430"/>
                </a:lnTo>
                <a:lnTo>
                  <a:pt x="1628317" y="721563"/>
                </a:lnTo>
                <a:lnTo>
                  <a:pt x="1628775" y="720445"/>
                </a:lnTo>
                <a:lnTo>
                  <a:pt x="1628775" y="717816"/>
                </a:lnTo>
                <a:close/>
              </a:path>
              <a:path w="2009775" h="1438275">
                <a:moveTo>
                  <a:pt x="1628775" y="8204"/>
                </a:moveTo>
                <a:lnTo>
                  <a:pt x="1628317" y="7086"/>
                </a:lnTo>
                <a:lnTo>
                  <a:pt x="1626450" y="5219"/>
                </a:lnTo>
                <a:lnTo>
                  <a:pt x="1625333" y="4749"/>
                </a:lnTo>
                <a:lnTo>
                  <a:pt x="1622704" y="4749"/>
                </a:lnTo>
                <a:lnTo>
                  <a:pt x="1621586" y="5219"/>
                </a:lnTo>
                <a:lnTo>
                  <a:pt x="1619719" y="7086"/>
                </a:lnTo>
                <a:lnTo>
                  <a:pt x="1619250" y="8204"/>
                </a:lnTo>
                <a:lnTo>
                  <a:pt x="1619250" y="10833"/>
                </a:lnTo>
                <a:lnTo>
                  <a:pt x="1619719" y="11950"/>
                </a:lnTo>
                <a:lnTo>
                  <a:pt x="1621586" y="13817"/>
                </a:lnTo>
                <a:lnTo>
                  <a:pt x="1622704" y="14274"/>
                </a:lnTo>
                <a:lnTo>
                  <a:pt x="1625333" y="14274"/>
                </a:lnTo>
                <a:lnTo>
                  <a:pt x="1626450" y="13817"/>
                </a:lnTo>
                <a:lnTo>
                  <a:pt x="1628317" y="11950"/>
                </a:lnTo>
                <a:lnTo>
                  <a:pt x="1628775" y="10833"/>
                </a:lnTo>
                <a:lnTo>
                  <a:pt x="1628775" y="8204"/>
                </a:lnTo>
                <a:close/>
              </a:path>
              <a:path w="2009775" h="1438275">
                <a:moveTo>
                  <a:pt x="1676400" y="1427429"/>
                </a:moveTo>
                <a:lnTo>
                  <a:pt x="1675942" y="1426311"/>
                </a:lnTo>
                <a:lnTo>
                  <a:pt x="1674075" y="1424444"/>
                </a:lnTo>
                <a:lnTo>
                  <a:pt x="1672958" y="1423974"/>
                </a:lnTo>
                <a:lnTo>
                  <a:pt x="1670329" y="1423974"/>
                </a:lnTo>
                <a:lnTo>
                  <a:pt x="1669211" y="1424444"/>
                </a:lnTo>
                <a:lnTo>
                  <a:pt x="1667344" y="1426311"/>
                </a:lnTo>
                <a:lnTo>
                  <a:pt x="1666875" y="1427429"/>
                </a:lnTo>
                <a:lnTo>
                  <a:pt x="1666875" y="1430058"/>
                </a:lnTo>
                <a:lnTo>
                  <a:pt x="1667344" y="1431175"/>
                </a:lnTo>
                <a:lnTo>
                  <a:pt x="1669211" y="1433042"/>
                </a:lnTo>
                <a:lnTo>
                  <a:pt x="1670329" y="1433499"/>
                </a:lnTo>
                <a:lnTo>
                  <a:pt x="1672958" y="1433499"/>
                </a:lnTo>
                <a:lnTo>
                  <a:pt x="1674075" y="1433042"/>
                </a:lnTo>
                <a:lnTo>
                  <a:pt x="1675942" y="1431175"/>
                </a:lnTo>
                <a:lnTo>
                  <a:pt x="1676400" y="1430058"/>
                </a:lnTo>
                <a:lnTo>
                  <a:pt x="1676400" y="1427429"/>
                </a:lnTo>
                <a:close/>
              </a:path>
              <a:path w="2009775" h="1438275">
                <a:moveTo>
                  <a:pt x="1676400" y="717816"/>
                </a:moveTo>
                <a:lnTo>
                  <a:pt x="1675942" y="716699"/>
                </a:lnTo>
                <a:lnTo>
                  <a:pt x="1674075" y="714832"/>
                </a:lnTo>
                <a:lnTo>
                  <a:pt x="1672958" y="714362"/>
                </a:lnTo>
                <a:lnTo>
                  <a:pt x="1670329" y="714362"/>
                </a:lnTo>
                <a:lnTo>
                  <a:pt x="1669211" y="714832"/>
                </a:lnTo>
                <a:lnTo>
                  <a:pt x="1667344" y="716699"/>
                </a:lnTo>
                <a:lnTo>
                  <a:pt x="1666875" y="717816"/>
                </a:lnTo>
                <a:lnTo>
                  <a:pt x="1666875" y="720445"/>
                </a:lnTo>
                <a:lnTo>
                  <a:pt x="1667344" y="721563"/>
                </a:lnTo>
                <a:lnTo>
                  <a:pt x="1669211" y="723430"/>
                </a:lnTo>
                <a:lnTo>
                  <a:pt x="1670329" y="723887"/>
                </a:lnTo>
                <a:lnTo>
                  <a:pt x="1672958" y="723887"/>
                </a:lnTo>
                <a:lnTo>
                  <a:pt x="1674075" y="723430"/>
                </a:lnTo>
                <a:lnTo>
                  <a:pt x="1675942" y="721563"/>
                </a:lnTo>
                <a:lnTo>
                  <a:pt x="1676400" y="720445"/>
                </a:lnTo>
                <a:lnTo>
                  <a:pt x="1676400" y="717816"/>
                </a:lnTo>
                <a:close/>
              </a:path>
              <a:path w="2009775" h="1438275">
                <a:moveTo>
                  <a:pt x="1676400" y="8204"/>
                </a:moveTo>
                <a:lnTo>
                  <a:pt x="1675942" y="7086"/>
                </a:lnTo>
                <a:lnTo>
                  <a:pt x="1674075" y="5219"/>
                </a:lnTo>
                <a:lnTo>
                  <a:pt x="1672958" y="4749"/>
                </a:lnTo>
                <a:lnTo>
                  <a:pt x="1670329" y="4749"/>
                </a:lnTo>
                <a:lnTo>
                  <a:pt x="1669211" y="5219"/>
                </a:lnTo>
                <a:lnTo>
                  <a:pt x="1667344" y="7086"/>
                </a:lnTo>
                <a:lnTo>
                  <a:pt x="1666875" y="8204"/>
                </a:lnTo>
                <a:lnTo>
                  <a:pt x="1666875" y="10833"/>
                </a:lnTo>
                <a:lnTo>
                  <a:pt x="1667344" y="11950"/>
                </a:lnTo>
                <a:lnTo>
                  <a:pt x="1669211" y="13817"/>
                </a:lnTo>
                <a:lnTo>
                  <a:pt x="1670329" y="14274"/>
                </a:lnTo>
                <a:lnTo>
                  <a:pt x="1672958" y="14274"/>
                </a:lnTo>
                <a:lnTo>
                  <a:pt x="1674075" y="13817"/>
                </a:lnTo>
                <a:lnTo>
                  <a:pt x="1675942" y="11950"/>
                </a:lnTo>
                <a:lnTo>
                  <a:pt x="1676400" y="10833"/>
                </a:lnTo>
                <a:lnTo>
                  <a:pt x="1676400" y="8204"/>
                </a:lnTo>
                <a:close/>
              </a:path>
              <a:path w="2009775" h="1438275">
                <a:moveTo>
                  <a:pt x="1724025" y="1427429"/>
                </a:moveTo>
                <a:lnTo>
                  <a:pt x="1723567" y="1426311"/>
                </a:lnTo>
                <a:lnTo>
                  <a:pt x="1721700" y="1424444"/>
                </a:lnTo>
                <a:lnTo>
                  <a:pt x="1720583" y="1423974"/>
                </a:lnTo>
                <a:lnTo>
                  <a:pt x="1717954" y="1423974"/>
                </a:lnTo>
                <a:lnTo>
                  <a:pt x="1716836" y="1424444"/>
                </a:lnTo>
                <a:lnTo>
                  <a:pt x="1714969" y="1426311"/>
                </a:lnTo>
                <a:lnTo>
                  <a:pt x="1714500" y="1427429"/>
                </a:lnTo>
                <a:lnTo>
                  <a:pt x="1714500" y="1430058"/>
                </a:lnTo>
                <a:lnTo>
                  <a:pt x="1714969" y="1431175"/>
                </a:lnTo>
                <a:lnTo>
                  <a:pt x="1716836" y="1433042"/>
                </a:lnTo>
                <a:lnTo>
                  <a:pt x="1717954" y="1433499"/>
                </a:lnTo>
                <a:lnTo>
                  <a:pt x="1720583" y="1433499"/>
                </a:lnTo>
                <a:lnTo>
                  <a:pt x="1721700" y="1433042"/>
                </a:lnTo>
                <a:lnTo>
                  <a:pt x="1723567" y="1431175"/>
                </a:lnTo>
                <a:lnTo>
                  <a:pt x="1724025" y="1430058"/>
                </a:lnTo>
                <a:lnTo>
                  <a:pt x="1724025" y="1427429"/>
                </a:lnTo>
                <a:close/>
              </a:path>
              <a:path w="2009775" h="1438275">
                <a:moveTo>
                  <a:pt x="1724025" y="717816"/>
                </a:moveTo>
                <a:lnTo>
                  <a:pt x="1723567" y="716699"/>
                </a:lnTo>
                <a:lnTo>
                  <a:pt x="1721700" y="714832"/>
                </a:lnTo>
                <a:lnTo>
                  <a:pt x="1720583" y="714362"/>
                </a:lnTo>
                <a:lnTo>
                  <a:pt x="1717954" y="714362"/>
                </a:lnTo>
                <a:lnTo>
                  <a:pt x="1716836" y="714832"/>
                </a:lnTo>
                <a:lnTo>
                  <a:pt x="1714969" y="716699"/>
                </a:lnTo>
                <a:lnTo>
                  <a:pt x="1714500" y="717816"/>
                </a:lnTo>
                <a:lnTo>
                  <a:pt x="1714500" y="720445"/>
                </a:lnTo>
                <a:lnTo>
                  <a:pt x="1714969" y="721563"/>
                </a:lnTo>
                <a:lnTo>
                  <a:pt x="1716836" y="723430"/>
                </a:lnTo>
                <a:lnTo>
                  <a:pt x="1717954" y="723887"/>
                </a:lnTo>
                <a:lnTo>
                  <a:pt x="1720583" y="723887"/>
                </a:lnTo>
                <a:lnTo>
                  <a:pt x="1721700" y="723430"/>
                </a:lnTo>
                <a:lnTo>
                  <a:pt x="1723567" y="721563"/>
                </a:lnTo>
                <a:lnTo>
                  <a:pt x="1724025" y="720445"/>
                </a:lnTo>
                <a:lnTo>
                  <a:pt x="1724025" y="717816"/>
                </a:lnTo>
                <a:close/>
              </a:path>
              <a:path w="2009775" h="1438275">
                <a:moveTo>
                  <a:pt x="1724025" y="8204"/>
                </a:moveTo>
                <a:lnTo>
                  <a:pt x="1723567" y="7086"/>
                </a:lnTo>
                <a:lnTo>
                  <a:pt x="1721700" y="5219"/>
                </a:lnTo>
                <a:lnTo>
                  <a:pt x="1720583" y="4749"/>
                </a:lnTo>
                <a:lnTo>
                  <a:pt x="1717954" y="4749"/>
                </a:lnTo>
                <a:lnTo>
                  <a:pt x="1716836" y="5219"/>
                </a:lnTo>
                <a:lnTo>
                  <a:pt x="1714969" y="7086"/>
                </a:lnTo>
                <a:lnTo>
                  <a:pt x="1714500" y="8204"/>
                </a:lnTo>
                <a:lnTo>
                  <a:pt x="1714500" y="10833"/>
                </a:lnTo>
                <a:lnTo>
                  <a:pt x="1714969" y="11950"/>
                </a:lnTo>
                <a:lnTo>
                  <a:pt x="1716836" y="13817"/>
                </a:lnTo>
                <a:lnTo>
                  <a:pt x="1717954" y="14274"/>
                </a:lnTo>
                <a:lnTo>
                  <a:pt x="1720583" y="14274"/>
                </a:lnTo>
                <a:lnTo>
                  <a:pt x="1721700" y="13817"/>
                </a:lnTo>
                <a:lnTo>
                  <a:pt x="1723567" y="11950"/>
                </a:lnTo>
                <a:lnTo>
                  <a:pt x="1724025" y="10833"/>
                </a:lnTo>
                <a:lnTo>
                  <a:pt x="1724025" y="8204"/>
                </a:lnTo>
                <a:close/>
              </a:path>
              <a:path w="2009775" h="1438275">
                <a:moveTo>
                  <a:pt x="1771650" y="1427429"/>
                </a:moveTo>
                <a:lnTo>
                  <a:pt x="1771192" y="1426311"/>
                </a:lnTo>
                <a:lnTo>
                  <a:pt x="1769325" y="1424444"/>
                </a:lnTo>
                <a:lnTo>
                  <a:pt x="1768208" y="1423974"/>
                </a:lnTo>
                <a:lnTo>
                  <a:pt x="1765579" y="1423974"/>
                </a:lnTo>
                <a:lnTo>
                  <a:pt x="1764461" y="1424444"/>
                </a:lnTo>
                <a:lnTo>
                  <a:pt x="1762594" y="1426311"/>
                </a:lnTo>
                <a:lnTo>
                  <a:pt x="1762125" y="1427429"/>
                </a:lnTo>
                <a:lnTo>
                  <a:pt x="1762125" y="1430058"/>
                </a:lnTo>
                <a:lnTo>
                  <a:pt x="1762594" y="1431175"/>
                </a:lnTo>
                <a:lnTo>
                  <a:pt x="1764461" y="1433042"/>
                </a:lnTo>
                <a:lnTo>
                  <a:pt x="1765579" y="1433499"/>
                </a:lnTo>
                <a:lnTo>
                  <a:pt x="1768208" y="1433499"/>
                </a:lnTo>
                <a:lnTo>
                  <a:pt x="1769325" y="1433042"/>
                </a:lnTo>
                <a:lnTo>
                  <a:pt x="1771192" y="1431175"/>
                </a:lnTo>
                <a:lnTo>
                  <a:pt x="1771650" y="1430058"/>
                </a:lnTo>
                <a:lnTo>
                  <a:pt x="1771650" y="1427429"/>
                </a:lnTo>
                <a:close/>
              </a:path>
              <a:path w="2009775" h="1438275">
                <a:moveTo>
                  <a:pt x="1771650" y="717816"/>
                </a:moveTo>
                <a:lnTo>
                  <a:pt x="1771192" y="716699"/>
                </a:lnTo>
                <a:lnTo>
                  <a:pt x="1769325" y="714832"/>
                </a:lnTo>
                <a:lnTo>
                  <a:pt x="1768208" y="714362"/>
                </a:lnTo>
                <a:lnTo>
                  <a:pt x="1765579" y="714362"/>
                </a:lnTo>
                <a:lnTo>
                  <a:pt x="1764461" y="714832"/>
                </a:lnTo>
                <a:lnTo>
                  <a:pt x="1762594" y="716699"/>
                </a:lnTo>
                <a:lnTo>
                  <a:pt x="1762125" y="717816"/>
                </a:lnTo>
                <a:lnTo>
                  <a:pt x="1762125" y="720445"/>
                </a:lnTo>
                <a:lnTo>
                  <a:pt x="1762594" y="721563"/>
                </a:lnTo>
                <a:lnTo>
                  <a:pt x="1764461" y="723430"/>
                </a:lnTo>
                <a:lnTo>
                  <a:pt x="1765579" y="723887"/>
                </a:lnTo>
                <a:lnTo>
                  <a:pt x="1768208" y="723887"/>
                </a:lnTo>
                <a:lnTo>
                  <a:pt x="1769325" y="723430"/>
                </a:lnTo>
                <a:lnTo>
                  <a:pt x="1771192" y="721563"/>
                </a:lnTo>
                <a:lnTo>
                  <a:pt x="1771650" y="720445"/>
                </a:lnTo>
                <a:lnTo>
                  <a:pt x="1771650" y="717816"/>
                </a:lnTo>
                <a:close/>
              </a:path>
              <a:path w="2009775" h="1438275">
                <a:moveTo>
                  <a:pt x="1771650" y="8204"/>
                </a:moveTo>
                <a:lnTo>
                  <a:pt x="1771192" y="7086"/>
                </a:lnTo>
                <a:lnTo>
                  <a:pt x="1769325" y="5219"/>
                </a:lnTo>
                <a:lnTo>
                  <a:pt x="1768208" y="4749"/>
                </a:lnTo>
                <a:lnTo>
                  <a:pt x="1765579" y="4749"/>
                </a:lnTo>
                <a:lnTo>
                  <a:pt x="1764461" y="5219"/>
                </a:lnTo>
                <a:lnTo>
                  <a:pt x="1762594" y="7086"/>
                </a:lnTo>
                <a:lnTo>
                  <a:pt x="1762125" y="8204"/>
                </a:lnTo>
                <a:lnTo>
                  <a:pt x="1762125" y="10833"/>
                </a:lnTo>
                <a:lnTo>
                  <a:pt x="1762594" y="11950"/>
                </a:lnTo>
                <a:lnTo>
                  <a:pt x="1764461" y="13817"/>
                </a:lnTo>
                <a:lnTo>
                  <a:pt x="1765579" y="14274"/>
                </a:lnTo>
                <a:lnTo>
                  <a:pt x="1768208" y="14274"/>
                </a:lnTo>
                <a:lnTo>
                  <a:pt x="1769325" y="13817"/>
                </a:lnTo>
                <a:lnTo>
                  <a:pt x="1771192" y="11950"/>
                </a:lnTo>
                <a:lnTo>
                  <a:pt x="1771650" y="10833"/>
                </a:lnTo>
                <a:lnTo>
                  <a:pt x="1771650" y="8204"/>
                </a:lnTo>
                <a:close/>
              </a:path>
              <a:path w="2009775" h="1438275">
                <a:moveTo>
                  <a:pt x="1819275" y="1427429"/>
                </a:moveTo>
                <a:lnTo>
                  <a:pt x="1818817" y="1426311"/>
                </a:lnTo>
                <a:lnTo>
                  <a:pt x="1816950" y="1424444"/>
                </a:lnTo>
                <a:lnTo>
                  <a:pt x="1815833" y="1423974"/>
                </a:lnTo>
                <a:lnTo>
                  <a:pt x="1813204" y="1423974"/>
                </a:lnTo>
                <a:lnTo>
                  <a:pt x="1812086" y="1424444"/>
                </a:lnTo>
                <a:lnTo>
                  <a:pt x="1810219" y="1426311"/>
                </a:lnTo>
                <a:lnTo>
                  <a:pt x="1809750" y="1427429"/>
                </a:lnTo>
                <a:lnTo>
                  <a:pt x="1809750" y="1430058"/>
                </a:lnTo>
                <a:lnTo>
                  <a:pt x="1810219" y="1431175"/>
                </a:lnTo>
                <a:lnTo>
                  <a:pt x="1812086" y="1433042"/>
                </a:lnTo>
                <a:lnTo>
                  <a:pt x="1813204" y="1433499"/>
                </a:lnTo>
                <a:lnTo>
                  <a:pt x="1815833" y="1433499"/>
                </a:lnTo>
                <a:lnTo>
                  <a:pt x="1816950" y="1433042"/>
                </a:lnTo>
                <a:lnTo>
                  <a:pt x="1818817" y="1431175"/>
                </a:lnTo>
                <a:lnTo>
                  <a:pt x="1819275" y="1430058"/>
                </a:lnTo>
                <a:lnTo>
                  <a:pt x="1819275" y="1427429"/>
                </a:lnTo>
                <a:close/>
              </a:path>
              <a:path w="2009775" h="1438275">
                <a:moveTo>
                  <a:pt x="1819275" y="717816"/>
                </a:moveTo>
                <a:lnTo>
                  <a:pt x="1818817" y="716699"/>
                </a:lnTo>
                <a:lnTo>
                  <a:pt x="1816950" y="714832"/>
                </a:lnTo>
                <a:lnTo>
                  <a:pt x="1815833" y="714362"/>
                </a:lnTo>
                <a:lnTo>
                  <a:pt x="1813204" y="714362"/>
                </a:lnTo>
                <a:lnTo>
                  <a:pt x="1812086" y="714832"/>
                </a:lnTo>
                <a:lnTo>
                  <a:pt x="1810219" y="716699"/>
                </a:lnTo>
                <a:lnTo>
                  <a:pt x="1809750" y="717816"/>
                </a:lnTo>
                <a:lnTo>
                  <a:pt x="1809750" y="720445"/>
                </a:lnTo>
                <a:lnTo>
                  <a:pt x="1810219" y="721563"/>
                </a:lnTo>
                <a:lnTo>
                  <a:pt x="1812086" y="723430"/>
                </a:lnTo>
                <a:lnTo>
                  <a:pt x="1813204" y="723887"/>
                </a:lnTo>
                <a:lnTo>
                  <a:pt x="1815833" y="723887"/>
                </a:lnTo>
                <a:lnTo>
                  <a:pt x="1816950" y="723430"/>
                </a:lnTo>
                <a:lnTo>
                  <a:pt x="1818817" y="721563"/>
                </a:lnTo>
                <a:lnTo>
                  <a:pt x="1819275" y="720445"/>
                </a:lnTo>
                <a:lnTo>
                  <a:pt x="1819275" y="717816"/>
                </a:lnTo>
                <a:close/>
              </a:path>
              <a:path w="2009775" h="1438275">
                <a:moveTo>
                  <a:pt x="1819275" y="8204"/>
                </a:moveTo>
                <a:lnTo>
                  <a:pt x="1818817" y="7086"/>
                </a:lnTo>
                <a:lnTo>
                  <a:pt x="1816950" y="5219"/>
                </a:lnTo>
                <a:lnTo>
                  <a:pt x="1815833" y="4749"/>
                </a:lnTo>
                <a:lnTo>
                  <a:pt x="1813204" y="4749"/>
                </a:lnTo>
                <a:lnTo>
                  <a:pt x="1812086" y="5219"/>
                </a:lnTo>
                <a:lnTo>
                  <a:pt x="1810219" y="7086"/>
                </a:lnTo>
                <a:lnTo>
                  <a:pt x="1809750" y="8204"/>
                </a:lnTo>
                <a:lnTo>
                  <a:pt x="1809750" y="10833"/>
                </a:lnTo>
                <a:lnTo>
                  <a:pt x="1810219" y="11950"/>
                </a:lnTo>
                <a:lnTo>
                  <a:pt x="1812086" y="13817"/>
                </a:lnTo>
                <a:lnTo>
                  <a:pt x="1813204" y="14274"/>
                </a:lnTo>
                <a:lnTo>
                  <a:pt x="1815833" y="14274"/>
                </a:lnTo>
                <a:lnTo>
                  <a:pt x="1816950" y="13817"/>
                </a:lnTo>
                <a:lnTo>
                  <a:pt x="1818817" y="11950"/>
                </a:lnTo>
                <a:lnTo>
                  <a:pt x="1819275" y="10833"/>
                </a:lnTo>
                <a:lnTo>
                  <a:pt x="1819275" y="8204"/>
                </a:lnTo>
                <a:close/>
              </a:path>
              <a:path w="2009775" h="1438275">
                <a:moveTo>
                  <a:pt x="1866900" y="1427429"/>
                </a:moveTo>
                <a:lnTo>
                  <a:pt x="1866442" y="1426311"/>
                </a:lnTo>
                <a:lnTo>
                  <a:pt x="1864575" y="1424444"/>
                </a:lnTo>
                <a:lnTo>
                  <a:pt x="1863458" y="1423974"/>
                </a:lnTo>
                <a:lnTo>
                  <a:pt x="1860829" y="1423974"/>
                </a:lnTo>
                <a:lnTo>
                  <a:pt x="1859711" y="1424444"/>
                </a:lnTo>
                <a:lnTo>
                  <a:pt x="1857844" y="1426311"/>
                </a:lnTo>
                <a:lnTo>
                  <a:pt x="1857375" y="1427429"/>
                </a:lnTo>
                <a:lnTo>
                  <a:pt x="1857375" y="1430058"/>
                </a:lnTo>
                <a:lnTo>
                  <a:pt x="1857844" y="1431175"/>
                </a:lnTo>
                <a:lnTo>
                  <a:pt x="1859711" y="1433042"/>
                </a:lnTo>
                <a:lnTo>
                  <a:pt x="1860829" y="1433499"/>
                </a:lnTo>
                <a:lnTo>
                  <a:pt x="1863458" y="1433499"/>
                </a:lnTo>
                <a:lnTo>
                  <a:pt x="1864575" y="1433042"/>
                </a:lnTo>
                <a:lnTo>
                  <a:pt x="1866442" y="1431175"/>
                </a:lnTo>
                <a:lnTo>
                  <a:pt x="1866900" y="1430058"/>
                </a:lnTo>
                <a:lnTo>
                  <a:pt x="1866900" y="1427429"/>
                </a:lnTo>
                <a:close/>
              </a:path>
              <a:path w="2009775" h="1438275">
                <a:moveTo>
                  <a:pt x="1866900" y="717816"/>
                </a:moveTo>
                <a:lnTo>
                  <a:pt x="1866442" y="716699"/>
                </a:lnTo>
                <a:lnTo>
                  <a:pt x="1864575" y="714832"/>
                </a:lnTo>
                <a:lnTo>
                  <a:pt x="1863458" y="714362"/>
                </a:lnTo>
                <a:lnTo>
                  <a:pt x="1860829" y="714362"/>
                </a:lnTo>
                <a:lnTo>
                  <a:pt x="1859711" y="714832"/>
                </a:lnTo>
                <a:lnTo>
                  <a:pt x="1857844" y="716699"/>
                </a:lnTo>
                <a:lnTo>
                  <a:pt x="1857375" y="717816"/>
                </a:lnTo>
                <a:lnTo>
                  <a:pt x="1857375" y="720445"/>
                </a:lnTo>
                <a:lnTo>
                  <a:pt x="1857844" y="721563"/>
                </a:lnTo>
                <a:lnTo>
                  <a:pt x="1859711" y="723430"/>
                </a:lnTo>
                <a:lnTo>
                  <a:pt x="1860829" y="723887"/>
                </a:lnTo>
                <a:lnTo>
                  <a:pt x="1863458" y="723887"/>
                </a:lnTo>
                <a:lnTo>
                  <a:pt x="1864575" y="723430"/>
                </a:lnTo>
                <a:lnTo>
                  <a:pt x="1866442" y="721563"/>
                </a:lnTo>
                <a:lnTo>
                  <a:pt x="1866900" y="720445"/>
                </a:lnTo>
                <a:lnTo>
                  <a:pt x="1866900" y="717816"/>
                </a:lnTo>
                <a:close/>
              </a:path>
              <a:path w="2009775" h="1438275">
                <a:moveTo>
                  <a:pt x="1866900" y="8204"/>
                </a:moveTo>
                <a:lnTo>
                  <a:pt x="1866442" y="7086"/>
                </a:lnTo>
                <a:lnTo>
                  <a:pt x="1864575" y="5219"/>
                </a:lnTo>
                <a:lnTo>
                  <a:pt x="1863458" y="4749"/>
                </a:lnTo>
                <a:lnTo>
                  <a:pt x="1860829" y="4749"/>
                </a:lnTo>
                <a:lnTo>
                  <a:pt x="1859711" y="5219"/>
                </a:lnTo>
                <a:lnTo>
                  <a:pt x="1857844" y="7086"/>
                </a:lnTo>
                <a:lnTo>
                  <a:pt x="1857375" y="8204"/>
                </a:lnTo>
                <a:lnTo>
                  <a:pt x="1857375" y="10833"/>
                </a:lnTo>
                <a:lnTo>
                  <a:pt x="1857844" y="11950"/>
                </a:lnTo>
                <a:lnTo>
                  <a:pt x="1859711" y="13817"/>
                </a:lnTo>
                <a:lnTo>
                  <a:pt x="1860829" y="14274"/>
                </a:lnTo>
                <a:lnTo>
                  <a:pt x="1863458" y="14274"/>
                </a:lnTo>
                <a:lnTo>
                  <a:pt x="1864575" y="13817"/>
                </a:lnTo>
                <a:lnTo>
                  <a:pt x="1866442" y="11950"/>
                </a:lnTo>
                <a:lnTo>
                  <a:pt x="1866900" y="10833"/>
                </a:lnTo>
                <a:lnTo>
                  <a:pt x="1866900" y="8204"/>
                </a:lnTo>
                <a:close/>
              </a:path>
              <a:path w="2009775" h="1438275">
                <a:moveTo>
                  <a:pt x="1914525" y="1427429"/>
                </a:moveTo>
                <a:lnTo>
                  <a:pt x="1914067" y="1426311"/>
                </a:lnTo>
                <a:lnTo>
                  <a:pt x="1912200" y="1424444"/>
                </a:lnTo>
                <a:lnTo>
                  <a:pt x="1911083" y="1423974"/>
                </a:lnTo>
                <a:lnTo>
                  <a:pt x="1908454" y="1423974"/>
                </a:lnTo>
                <a:lnTo>
                  <a:pt x="1907336" y="1424444"/>
                </a:lnTo>
                <a:lnTo>
                  <a:pt x="1905469" y="1426311"/>
                </a:lnTo>
                <a:lnTo>
                  <a:pt x="1905000" y="1427429"/>
                </a:lnTo>
                <a:lnTo>
                  <a:pt x="1905000" y="1430058"/>
                </a:lnTo>
                <a:lnTo>
                  <a:pt x="1905469" y="1431175"/>
                </a:lnTo>
                <a:lnTo>
                  <a:pt x="1907336" y="1433042"/>
                </a:lnTo>
                <a:lnTo>
                  <a:pt x="1908454" y="1433499"/>
                </a:lnTo>
                <a:lnTo>
                  <a:pt x="1911083" y="1433499"/>
                </a:lnTo>
                <a:lnTo>
                  <a:pt x="1912200" y="1433042"/>
                </a:lnTo>
                <a:lnTo>
                  <a:pt x="1914067" y="1431175"/>
                </a:lnTo>
                <a:lnTo>
                  <a:pt x="1914525" y="1430058"/>
                </a:lnTo>
                <a:lnTo>
                  <a:pt x="1914525" y="1427429"/>
                </a:lnTo>
                <a:close/>
              </a:path>
              <a:path w="2009775" h="1438275">
                <a:moveTo>
                  <a:pt x="1914525" y="717816"/>
                </a:moveTo>
                <a:lnTo>
                  <a:pt x="1914067" y="716699"/>
                </a:lnTo>
                <a:lnTo>
                  <a:pt x="1912200" y="714832"/>
                </a:lnTo>
                <a:lnTo>
                  <a:pt x="1911083" y="714362"/>
                </a:lnTo>
                <a:lnTo>
                  <a:pt x="1908454" y="714362"/>
                </a:lnTo>
                <a:lnTo>
                  <a:pt x="1907336" y="714832"/>
                </a:lnTo>
                <a:lnTo>
                  <a:pt x="1905469" y="716699"/>
                </a:lnTo>
                <a:lnTo>
                  <a:pt x="1905000" y="717816"/>
                </a:lnTo>
                <a:lnTo>
                  <a:pt x="1905000" y="720445"/>
                </a:lnTo>
                <a:lnTo>
                  <a:pt x="1905469" y="721563"/>
                </a:lnTo>
                <a:lnTo>
                  <a:pt x="1907336" y="723430"/>
                </a:lnTo>
                <a:lnTo>
                  <a:pt x="1908454" y="723887"/>
                </a:lnTo>
                <a:lnTo>
                  <a:pt x="1911083" y="723887"/>
                </a:lnTo>
                <a:lnTo>
                  <a:pt x="1912200" y="723430"/>
                </a:lnTo>
                <a:lnTo>
                  <a:pt x="1914067" y="721563"/>
                </a:lnTo>
                <a:lnTo>
                  <a:pt x="1914525" y="720445"/>
                </a:lnTo>
                <a:lnTo>
                  <a:pt x="1914525" y="717816"/>
                </a:lnTo>
                <a:close/>
              </a:path>
              <a:path w="2009775" h="1438275">
                <a:moveTo>
                  <a:pt x="1914525" y="8204"/>
                </a:moveTo>
                <a:lnTo>
                  <a:pt x="1914067" y="7086"/>
                </a:lnTo>
                <a:lnTo>
                  <a:pt x="1912200" y="5219"/>
                </a:lnTo>
                <a:lnTo>
                  <a:pt x="1911083" y="4749"/>
                </a:lnTo>
                <a:lnTo>
                  <a:pt x="1908454" y="4749"/>
                </a:lnTo>
                <a:lnTo>
                  <a:pt x="1907336" y="5219"/>
                </a:lnTo>
                <a:lnTo>
                  <a:pt x="1905469" y="7086"/>
                </a:lnTo>
                <a:lnTo>
                  <a:pt x="1905000" y="8204"/>
                </a:lnTo>
                <a:lnTo>
                  <a:pt x="1905000" y="10833"/>
                </a:lnTo>
                <a:lnTo>
                  <a:pt x="1905469" y="11950"/>
                </a:lnTo>
                <a:lnTo>
                  <a:pt x="1907336" y="13817"/>
                </a:lnTo>
                <a:lnTo>
                  <a:pt x="1908454" y="14274"/>
                </a:lnTo>
                <a:lnTo>
                  <a:pt x="1911083" y="14274"/>
                </a:lnTo>
                <a:lnTo>
                  <a:pt x="1912200" y="13817"/>
                </a:lnTo>
                <a:lnTo>
                  <a:pt x="1914067" y="11950"/>
                </a:lnTo>
                <a:lnTo>
                  <a:pt x="1914525" y="10833"/>
                </a:lnTo>
                <a:lnTo>
                  <a:pt x="1914525" y="8204"/>
                </a:lnTo>
                <a:close/>
              </a:path>
              <a:path w="2009775" h="1438275">
                <a:moveTo>
                  <a:pt x="1962150" y="1427429"/>
                </a:moveTo>
                <a:lnTo>
                  <a:pt x="1961692" y="1426311"/>
                </a:lnTo>
                <a:lnTo>
                  <a:pt x="1959825" y="1424444"/>
                </a:lnTo>
                <a:lnTo>
                  <a:pt x="1958708" y="1423974"/>
                </a:lnTo>
                <a:lnTo>
                  <a:pt x="1956079" y="1423974"/>
                </a:lnTo>
                <a:lnTo>
                  <a:pt x="1954961" y="1424444"/>
                </a:lnTo>
                <a:lnTo>
                  <a:pt x="1953094" y="1426311"/>
                </a:lnTo>
                <a:lnTo>
                  <a:pt x="1952625" y="1427429"/>
                </a:lnTo>
                <a:lnTo>
                  <a:pt x="1952625" y="1430058"/>
                </a:lnTo>
                <a:lnTo>
                  <a:pt x="1953094" y="1431175"/>
                </a:lnTo>
                <a:lnTo>
                  <a:pt x="1954961" y="1433042"/>
                </a:lnTo>
                <a:lnTo>
                  <a:pt x="1956079" y="1433499"/>
                </a:lnTo>
                <a:lnTo>
                  <a:pt x="1958708" y="1433499"/>
                </a:lnTo>
                <a:lnTo>
                  <a:pt x="1959825" y="1433042"/>
                </a:lnTo>
                <a:lnTo>
                  <a:pt x="1961692" y="1431175"/>
                </a:lnTo>
                <a:lnTo>
                  <a:pt x="1962150" y="1430058"/>
                </a:lnTo>
                <a:lnTo>
                  <a:pt x="1962150" y="1427429"/>
                </a:lnTo>
                <a:close/>
              </a:path>
              <a:path w="2009775" h="1438275">
                <a:moveTo>
                  <a:pt x="1962150" y="717816"/>
                </a:moveTo>
                <a:lnTo>
                  <a:pt x="1961692" y="716699"/>
                </a:lnTo>
                <a:lnTo>
                  <a:pt x="1959825" y="714832"/>
                </a:lnTo>
                <a:lnTo>
                  <a:pt x="1958708" y="714362"/>
                </a:lnTo>
                <a:lnTo>
                  <a:pt x="1956079" y="714362"/>
                </a:lnTo>
                <a:lnTo>
                  <a:pt x="1954961" y="714832"/>
                </a:lnTo>
                <a:lnTo>
                  <a:pt x="1953094" y="716699"/>
                </a:lnTo>
                <a:lnTo>
                  <a:pt x="1952625" y="717816"/>
                </a:lnTo>
                <a:lnTo>
                  <a:pt x="1952625" y="720445"/>
                </a:lnTo>
                <a:lnTo>
                  <a:pt x="1953094" y="721563"/>
                </a:lnTo>
                <a:lnTo>
                  <a:pt x="1954961" y="723430"/>
                </a:lnTo>
                <a:lnTo>
                  <a:pt x="1956079" y="723887"/>
                </a:lnTo>
                <a:lnTo>
                  <a:pt x="1958708" y="723887"/>
                </a:lnTo>
                <a:lnTo>
                  <a:pt x="1959825" y="723430"/>
                </a:lnTo>
                <a:lnTo>
                  <a:pt x="1961692" y="721563"/>
                </a:lnTo>
                <a:lnTo>
                  <a:pt x="1962150" y="720445"/>
                </a:lnTo>
                <a:lnTo>
                  <a:pt x="1962150" y="717816"/>
                </a:lnTo>
                <a:close/>
              </a:path>
              <a:path w="2009775" h="1438275">
                <a:moveTo>
                  <a:pt x="1962150" y="8204"/>
                </a:moveTo>
                <a:lnTo>
                  <a:pt x="1961692" y="7086"/>
                </a:lnTo>
                <a:lnTo>
                  <a:pt x="1959825" y="5219"/>
                </a:lnTo>
                <a:lnTo>
                  <a:pt x="1958708" y="4749"/>
                </a:lnTo>
                <a:lnTo>
                  <a:pt x="1956079" y="4749"/>
                </a:lnTo>
                <a:lnTo>
                  <a:pt x="1954961" y="5219"/>
                </a:lnTo>
                <a:lnTo>
                  <a:pt x="1953094" y="7086"/>
                </a:lnTo>
                <a:lnTo>
                  <a:pt x="1952625" y="8204"/>
                </a:lnTo>
                <a:lnTo>
                  <a:pt x="1952625" y="10833"/>
                </a:lnTo>
                <a:lnTo>
                  <a:pt x="1953094" y="11950"/>
                </a:lnTo>
                <a:lnTo>
                  <a:pt x="1954961" y="13817"/>
                </a:lnTo>
                <a:lnTo>
                  <a:pt x="1956079" y="14274"/>
                </a:lnTo>
                <a:lnTo>
                  <a:pt x="1958708" y="14274"/>
                </a:lnTo>
                <a:lnTo>
                  <a:pt x="1959825" y="13817"/>
                </a:lnTo>
                <a:lnTo>
                  <a:pt x="1961692" y="11950"/>
                </a:lnTo>
                <a:lnTo>
                  <a:pt x="1962150" y="10833"/>
                </a:lnTo>
                <a:lnTo>
                  <a:pt x="1962150" y="8204"/>
                </a:lnTo>
                <a:close/>
              </a:path>
              <a:path w="2009775" h="1438275">
                <a:moveTo>
                  <a:pt x="2009775" y="1427429"/>
                </a:moveTo>
                <a:lnTo>
                  <a:pt x="2009317" y="1426311"/>
                </a:lnTo>
                <a:lnTo>
                  <a:pt x="2007450" y="1424444"/>
                </a:lnTo>
                <a:lnTo>
                  <a:pt x="2006333" y="1423974"/>
                </a:lnTo>
                <a:lnTo>
                  <a:pt x="2003704" y="1423974"/>
                </a:lnTo>
                <a:lnTo>
                  <a:pt x="2002586" y="1424444"/>
                </a:lnTo>
                <a:lnTo>
                  <a:pt x="2000719" y="1426311"/>
                </a:lnTo>
                <a:lnTo>
                  <a:pt x="2000250" y="1427429"/>
                </a:lnTo>
                <a:lnTo>
                  <a:pt x="2000250" y="1430058"/>
                </a:lnTo>
                <a:lnTo>
                  <a:pt x="2000719" y="1431175"/>
                </a:lnTo>
                <a:lnTo>
                  <a:pt x="2002586" y="1433042"/>
                </a:lnTo>
                <a:lnTo>
                  <a:pt x="2003704" y="1433499"/>
                </a:lnTo>
                <a:lnTo>
                  <a:pt x="2006333" y="1433499"/>
                </a:lnTo>
                <a:lnTo>
                  <a:pt x="2007450" y="1433042"/>
                </a:lnTo>
                <a:lnTo>
                  <a:pt x="2009317" y="1431175"/>
                </a:lnTo>
                <a:lnTo>
                  <a:pt x="2009775" y="1430058"/>
                </a:lnTo>
                <a:lnTo>
                  <a:pt x="2009775" y="1427429"/>
                </a:lnTo>
                <a:close/>
              </a:path>
              <a:path w="2009775" h="1438275">
                <a:moveTo>
                  <a:pt x="2009775" y="717816"/>
                </a:moveTo>
                <a:lnTo>
                  <a:pt x="2009317" y="716699"/>
                </a:lnTo>
                <a:lnTo>
                  <a:pt x="2007450" y="714832"/>
                </a:lnTo>
                <a:lnTo>
                  <a:pt x="2006333" y="714362"/>
                </a:lnTo>
                <a:lnTo>
                  <a:pt x="2003704" y="714362"/>
                </a:lnTo>
                <a:lnTo>
                  <a:pt x="2002586" y="714832"/>
                </a:lnTo>
                <a:lnTo>
                  <a:pt x="2000719" y="716699"/>
                </a:lnTo>
                <a:lnTo>
                  <a:pt x="2000250" y="717816"/>
                </a:lnTo>
                <a:lnTo>
                  <a:pt x="2000250" y="720445"/>
                </a:lnTo>
                <a:lnTo>
                  <a:pt x="2000719" y="721563"/>
                </a:lnTo>
                <a:lnTo>
                  <a:pt x="2002586" y="723430"/>
                </a:lnTo>
                <a:lnTo>
                  <a:pt x="2003704" y="723887"/>
                </a:lnTo>
                <a:lnTo>
                  <a:pt x="2006333" y="723887"/>
                </a:lnTo>
                <a:lnTo>
                  <a:pt x="2007450" y="723430"/>
                </a:lnTo>
                <a:lnTo>
                  <a:pt x="2009317" y="721563"/>
                </a:lnTo>
                <a:lnTo>
                  <a:pt x="2009775" y="720445"/>
                </a:lnTo>
                <a:lnTo>
                  <a:pt x="2009775" y="717816"/>
                </a:lnTo>
                <a:close/>
              </a:path>
              <a:path w="2009775" h="1438275">
                <a:moveTo>
                  <a:pt x="2009775" y="8204"/>
                </a:moveTo>
                <a:lnTo>
                  <a:pt x="2009317" y="7086"/>
                </a:lnTo>
                <a:lnTo>
                  <a:pt x="2007450" y="5219"/>
                </a:lnTo>
                <a:lnTo>
                  <a:pt x="2006333" y="4749"/>
                </a:lnTo>
                <a:lnTo>
                  <a:pt x="2003704" y="4749"/>
                </a:lnTo>
                <a:lnTo>
                  <a:pt x="2002586" y="5219"/>
                </a:lnTo>
                <a:lnTo>
                  <a:pt x="2000719" y="7086"/>
                </a:lnTo>
                <a:lnTo>
                  <a:pt x="2000250" y="8204"/>
                </a:lnTo>
                <a:lnTo>
                  <a:pt x="2000250" y="10833"/>
                </a:lnTo>
                <a:lnTo>
                  <a:pt x="2000719" y="11950"/>
                </a:lnTo>
                <a:lnTo>
                  <a:pt x="2002586" y="13817"/>
                </a:lnTo>
                <a:lnTo>
                  <a:pt x="2003704" y="14274"/>
                </a:lnTo>
                <a:lnTo>
                  <a:pt x="2006333" y="14274"/>
                </a:lnTo>
                <a:lnTo>
                  <a:pt x="2007450" y="13817"/>
                </a:lnTo>
                <a:lnTo>
                  <a:pt x="2009317" y="11950"/>
                </a:lnTo>
                <a:lnTo>
                  <a:pt x="2009775" y="10833"/>
                </a:lnTo>
                <a:lnTo>
                  <a:pt x="2009775" y="820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743554" y="3543399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681940" y="2833786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50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620325" y="2124174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441813" y="2545115"/>
            <a:ext cx="139700" cy="7486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60" dirty="0">
                <a:solidFill>
                  <a:srgbClr val="252423"/>
                </a:solidFill>
                <a:latin typeface="Trebuchet MS"/>
                <a:cs typeface="Trebuchet MS"/>
              </a:rPr>
              <a:t>Placement</a:t>
            </a:r>
            <a:r>
              <a:rPr sz="900" spc="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35" dirty="0">
                <a:solidFill>
                  <a:srgbClr val="252423"/>
                </a:solidFill>
                <a:latin typeface="Trebuchet MS"/>
                <a:cs typeface="Trebuchet MS"/>
              </a:rPr>
              <a:t>Rate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087133" y="3654425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923722" y="2205037"/>
            <a:ext cx="9525" cy="1438275"/>
          </a:xfrm>
          <a:custGeom>
            <a:avLst/>
            <a:gdLst/>
            <a:ahLst/>
            <a:cxnLst/>
            <a:rect l="l" t="t" r="r" b="b"/>
            <a:pathLst>
              <a:path w="9525" h="1438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14382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14382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14382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14382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14382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14382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14382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14382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14382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4382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4382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4382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4382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4382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4382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4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4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4382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4382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4382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4382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4382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4382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4382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4382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4382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4382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4382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699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699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4382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4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4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4382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4382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4382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6642327" y="3635464"/>
            <a:ext cx="562610" cy="33782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25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2</a:t>
            </a:r>
            <a:endParaRPr sz="9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45"/>
              </a:spcBef>
            </a:pP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college_tier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721565" y="2205037"/>
            <a:ext cx="9525" cy="1438275"/>
          </a:xfrm>
          <a:custGeom>
            <a:avLst/>
            <a:gdLst/>
            <a:ahLst/>
            <a:cxnLst/>
            <a:rect l="l" t="t" r="r" b="b"/>
            <a:pathLst>
              <a:path w="9525" h="1438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14382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14382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14382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14382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14382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14382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14382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14382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14382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4382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4382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4382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4382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4382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4382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4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4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4382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4382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4382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4382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4382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4382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4382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4382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4382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4382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4382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699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699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4382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4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4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4382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4382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4382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7682820" y="3654425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3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5913119" y="1737359"/>
            <a:ext cx="6459220" cy="2557780"/>
            <a:chOff x="5913119" y="1737359"/>
            <a:chExt cx="6459220" cy="2557780"/>
          </a:xfrm>
        </p:grpSpPr>
        <p:sp>
          <p:nvSpPr>
            <p:cNvPr id="76" name="object 76"/>
            <p:cNvSpPr/>
            <p:nvPr/>
          </p:nvSpPr>
          <p:spPr>
            <a:xfrm>
              <a:off x="5913107" y="2209799"/>
              <a:ext cx="2021205" cy="1419225"/>
            </a:xfrm>
            <a:custGeom>
              <a:avLst/>
              <a:gdLst/>
              <a:ahLst/>
              <a:cxnLst/>
              <a:rect l="l" t="t" r="r" b="b"/>
              <a:pathLst>
                <a:path w="2021204" h="1419225">
                  <a:moveTo>
                    <a:pt x="425526" y="0"/>
                  </a:moveTo>
                  <a:lnTo>
                    <a:pt x="0" y="0"/>
                  </a:lnTo>
                  <a:lnTo>
                    <a:pt x="0" y="1419225"/>
                  </a:lnTo>
                  <a:lnTo>
                    <a:pt x="425526" y="1419225"/>
                  </a:lnTo>
                  <a:lnTo>
                    <a:pt x="425526" y="0"/>
                  </a:lnTo>
                  <a:close/>
                </a:path>
                <a:path w="2021204" h="1419225">
                  <a:moveTo>
                    <a:pt x="1223365" y="15062"/>
                  </a:moveTo>
                  <a:lnTo>
                    <a:pt x="797852" y="15062"/>
                  </a:lnTo>
                  <a:lnTo>
                    <a:pt x="797852" y="1419225"/>
                  </a:lnTo>
                  <a:lnTo>
                    <a:pt x="1223365" y="1419225"/>
                  </a:lnTo>
                  <a:lnTo>
                    <a:pt x="1223365" y="15062"/>
                  </a:lnTo>
                  <a:close/>
                </a:path>
                <a:path w="2021204" h="1419225">
                  <a:moveTo>
                    <a:pt x="2021205" y="35445"/>
                  </a:moveTo>
                  <a:lnTo>
                    <a:pt x="1595691" y="35445"/>
                  </a:lnTo>
                  <a:lnTo>
                    <a:pt x="1595691" y="1419225"/>
                  </a:lnTo>
                  <a:lnTo>
                    <a:pt x="2021205" y="1419225"/>
                  </a:lnTo>
                  <a:lnTo>
                    <a:pt x="2021205" y="35445"/>
                  </a:lnTo>
                  <a:close/>
                </a:path>
              </a:pathLst>
            </a:custGeom>
            <a:solidFill>
              <a:srgbClr val="FF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308847" y="1737359"/>
              <a:ext cx="4063365" cy="2557780"/>
            </a:xfrm>
            <a:custGeom>
              <a:avLst/>
              <a:gdLst/>
              <a:ahLst/>
              <a:cxnLst/>
              <a:rect l="l" t="t" r="r" b="b"/>
              <a:pathLst>
                <a:path w="4063365" h="2557779">
                  <a:moveTo>
                    <a:pt x="4062983" y="2557271"/>
                  </a:moveTo>
                  <a:lnTo>
                    <a:pt x="0" y="2557271"/>
                  </a:lnTo>
                  <a:lnTo>
                    <a:pt x="0" y="0"/>
                  </a:lnTo>
                  <a:lnTo>
                    <a:pt x="4062983" y="0"/>
                  </a:lnTo>
                  <a:lnTo>
                    <a:pt x="4062983" y="91439"/>
                  </a:lnTo>
                  <a:lnTo>
                    <a:pt x="235076" y="91439"/>
                  </a:lnTo>
                  <a:lnTo>
                    <a:pt x="221002" y="92119"/>
                  </a:lnTo>
                  <a:lnTo>
                    <a:pt x="180399" y="102315"/>
                  </a:lnTo>
                  <a:lnTo>
                    <a:pt x="144480" y="123815"/>
                  </a:lnTo>
                  <a:lnTo>
                    <a:pt x="116257" y="154922"/>
                  </a:lnTo>
                  <a:lnTo>
                    <a:pt x="98318" y="192902"/>
                  </a:lnTo>
                  <a:lnTo>
                    <a:pt x="92201" y="234314"/>
                  </a:lnTo>
                  <a:lnTo>
                    <a:pt x="92201" y="2186939"/>
                  </a:lnTo>
                  <a:lnTo>
                    <a:pt x="98318" y="2228352"/>
                  </a:lnTo>
                  <a:lnTo>
                    <a:pt x="116257" y="2266331"/>
                  </a:lnTo>
                  <a:lnTo>
                    <a:pt x="144480" y="2297439"/>
                  </a:lnTo>
                  <a:lnTo>
                    <a:pt x="180399" y="2318938"/>
                  </a:lnTo>
                  <a:lnTo>
                    <a:pt x="221002" y="2329135"/>
                  </a:lnTo>
                  <a:lnTo>
                    <a:pt x="235076" y="2329814"/>
                  </a:lnTo>
                  <a:lnTo>
                    <a:pt x="4062983" y="2329814"/>
                  </a:lnTo>
                  <a:lnTo>
                    <a:pt x="4062983" y="2557271"/>
                  </a:lnTo>
                  <a:close/>
                </a:path>
                <a:path w="4063365" h="2557779">
                  <a:moveTo>
                    <a:pt x="4062983" y="2329814"/>
                  </a:moveTo>
                  <a:lnTo>
                    <a:pt x="3692651" y="2329814"/>
                  </a:lnTo>
                  <a:lnTo>
                    <a:pt x="3706726" y="2329135"/>
                  </a:lnTo>
                  <a:lnTo>
                    <a:pt x="3720529" y="2327095"/>
                  </a:lnTo>
                  <a:lnTo>
                    <a:pt x="3760069" y="2312924"/>
                  </a:lnTo>
                  <a:lnTo>
                    <a:pt x="3793678" y="2287967"/>
                  </a:lnTo>
                  <a:lnTo>
                    <a:pt x="3818635" y="2254358"/>
                  </a:lnTo>
                  <a:lnTo>
                    <a:pt x="3832807" y="2214818"/>
                  </a:lnTo>
                  <a:lnTo>
                    <a:pt x="3835526" y="2186939"/>
                  </a:lnTo>
                  <a:lnTo>
                    <a:pt x="3835526" y="234314"/>
                  </a:lnTo>
                  <a:lnTo>
                    <a:pt x="3829408" y="192902"/>
                  </a:lnTo>
                  <a:lnTo>
                    <a:pt x="3811468" y="154922"/>
                  </a:lnTo>
                  <a:lnTo>
                    <a:pt x="3783245" y="123815"/>
                  </a:lnTo>
                  <a:lnTo>
                    <a:pt x="3747326" y="102315"/>
                  </a:lnTo>
                  <a:lnTo>
                    <a:pt x="3706726" y="92119"/>
                  </a:lnTo>
                  <a:lnTo>
                    <a:pt x="3692651" y="91439"/>
                  </a:lnTo>
                  <a:lnTo>
                    <a:pt x="4062983" y="91439"/>
                  </a:lnTo>
                  <a:lnTo>
                    <a:pt x="4062983" y="2329814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410574" y="1838324"/>
              <a:ext cx="3724275" cy="2219325"/>
            </a:xfrm>
            <a:custGeom>
              <a:avLst/>
              <a:gdLst/>
              <a:ahLst/>
              <a:cxnLst/>
              <a:rect l="l" t="t" r="r" b="b"/>
              <a:pathLst>
                <a:path w="3724275" h="2219325">
                  <a:moveTo>
                    <a:pt x="3590924" y="2219324"/>
                  </a:moveTo>
                  <a:lnTo>
                    <a:pt x="133349" y="2219324"/>
                  </a:lnTo>
                  <a:lnTo>
                    <a:pt x="126798" y="2219164"/>
                  </a:lnTo>
                  <a:lnTo>
                    <a:pt x="88432" y="2211532"/>
                  </a:lnTo>
                  <a:lnTo>
                    <a:pt x="53906" y="2193078"/>
                  </a:lnTo>
                  <a:lnTo>
                    <a:pt x="26246" y="2165418"/>
                  </a:lnTo>
                  <a:lnTo>
                    <a:pt x="7791" y="2130891"/>
                  </a:lnTo>
                  <a:lnTo>
                    <a:pt x="160" y="2092525"/>
                  </a:lnTo>
                  <a:lnTo>
                    <a:pt x="0" y="2085974"/>
                  </a:lnTo>
                  <a:lnTo>
                    <a:pt x="0" y="133349"/>
                  </a:lnTo>
                  <a:lnTo>
                    <a:pt x="5740" y="94640"/>
                  </a:lnTo>
                  <a:lnTo>
                    <a:pt x="22473" y="59264"/>
                  </a:lnTo>
                  <a:lnTo>
                    <a:pt x="48752" y="30267"/>
                  </a:lnTo>
                  <a:lnTo>
                    <a:pt x="82319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3590924" y="0"/>
                  </a:lnTo>
                  <a:lnTo>
                    <a:pt x="3629634" y="5740"/>
                  </a:lnTo>
                  <a:lnTo>
                    <a:pt x="3665009" y="22473"/>
                  </a:lnTo>
                  <a:lnTo>
                    <a:pt x="3694006" y="48752"/>
                  </a:lnTo>
                  <a:lnTo>
                    <a:pt x="3714123" y="82319"/>
                  </a:lnTo>
                  <a:lnTo>
                    <a:pt x="3723633" y="120279"/>
                  </a:lnTo>
                  <a:lnTo>
                    <a:pt x="3724274" y="133349"/>
                  </a:lnTo>
                  <a:lnTo>
                    <a:pt x="3724274" y="2085974"/>
                  </a:lnTo>
                  <a:lnTo>
                    <a:pt x="3718533" y="2124684"/>
                  </a:lnTo>
                  <a:lnTo>
                    <a:pt x="3701800" y="2160059"/>
                  </a:lnTo>
                  <a:lnTo>
                    <a:pt x="3675521" y="2189056"/>
                  </a:lnTo>
                  <a:lnTo>
                    <a:pt x="3641954" y="2209173"/>
                  </a:lnTo>
                  <a:lnTo>
                    <a:pt x="3603995" y="2218684"/>
                  </a:lnTo>
                  <a:lnTo>
                    <a:pt x="3590924" y="2219324"/>
                  </a:lnTo>
                  <a:close/>
                </a:path>
              </a:pathLst>
            </a:custGeom>
            <a:solidFill>
              <a:srgbClr val="FFFFFF">
                <a:alpha val="968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410574" y="1838324"/>
              <a:ext cx="3724275" cy="2219325"/>
            </a:xfrm>
            <a:custGeom>
              <a:avLst/>
              <a:gdLst/>
              <a:ahLst/>
              <a:cxnLst/>
              <a:rect l="l" t="t" r="r" b="b"/>
              <a:pathLst>
                <a:path w="3724275" h="2219325">
                  <a:moveTo>
                    <a:pt x="0" y="2085974"/>
                  </a:move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3590924" y="0"/>
                  </a:lnTo>
                  <a:lnTo>
                    <a:pt x="3629634" y="5740"/>
                  </a:lnTo>
                  <a:lnTo>
                    <a:pt x="3665009" y="22473"/>
                  </a:lnTo>
                  <a:lnTo>
                    <a:pt x="3694006" y="48752"/>
                  </a:lnTo>
                  <a:lnTo>
                    <a:pt x="3714123" y="82319"/>
                  </a:lnTo>
                  <a:lnTo>
                    <a:pt x="3723633" y="120279"/>
                  </a:lnTo>
                  <a:lnTo>
                    <a:pt x="3724274" y="133349"/>
                  </a:lnTo>
                  <a:lnTo>
                    <a:pt x="3724274" y="2085974"/>
                  </a:lnTo>
                  <a:lnTo>
                    <a:pt x="3718533" y="2124684"/>
                  </a:lnTo>
                  <a:lnTo>
                    <a:pt x="3701800" y="2160059"/>
                  </a:lnTo>
                  <a:lnTo>
                    <a:pt x="3675521" y="2189056"/>
                  </a:lnTo>
                  <a:lnTo>
                    <a:pt x="3641954" y="2209173"/>
                  </a:lnTo>
                  <a:lnTo>
                    <a:pt x="3603995" y="2218684"/>
                  </a:lnTo>
                  <a:lnTo>
                    <a:pt x="3590924" y="2219324"/>
                  </a:lnTo>
                  <a:lnTo>
                    <a:pt x="133349" y="2219324"/>
                  </a:lnTo>
                  <a:lnTo>
                    <a:pt x="94640" y="2213583"/>
                  </a:lnTo>
                  <a:lnTo>
                    <a:pt x="59264" y="2196851"/>
                  </a:lnTo>
                  <a:lnTo>
                    <a:pt x="30267" y="2170572"/>
                  </a:lnTo>
                  <a:lnTo>
                    <a:pt x="10150" y="2137005"/>
                  </a:lnTo>
                  <a:lnTo>
                    <a:pt x="640" y="2099045"/>
                  </a:lnTo>
                  <a:lnTo>
                    <a:pt x="0" y="2085974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9032556" y="3619499"/>
              <a:ext cx="2962275" cy="9525"/>
            </a:xfrm>
            <a:custGeom>
              <a:avLst/>
              <a:gdLst/>
              <a:ahLst/>
              <a:cxnLst/>
              <a:rect l="l" t="t" r="r" b="b"/>
              <a:pathLst>
                <a:path w="2962275" h="9525">
                  <a:moveTo>
                    <a:pt x="6077" y="9524"/>
                  </a:moveTo>
                  <a:lnTo>
                    <a:pt x="3447" y="9524"/>
                  </a:lnTo>
                  <a:lnTo>
                    <a:pt x="2324" y="9060"/>
                  </a:lnTo>
                  <a:lnTo>
                    <a:pt x="464" y="7200"/>
                  </a:lnTo>
                  <a:lnTo>
                    <a:pt x="0" y="6077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6077" y="0"/>
                  </a:lnTo>
                  <a:lnTo>
                    <a:pt x="7200" y="464"/>
                  </a:lnTo>
                  <a:lnTo>
                    <a:pt x="9060" y="2324"/>
                  </a:lnTo>
                  <a:lnTo>
                    <a:pt x="9524" y="3447"/>
                  </a:lnTo>
                  <a:lnTo>
                    <a:pt x="9524" y="6077"/>
                  </a:lnTo>
                  <a:lnTo>
                    <a:pt x="9060" y="7200"/>
                  </a:lnTo>
                  <a:lnTo>
                    <a:pt x="7200" y="9060"/>
                  </a:lnTo>
                  <a:lnTo>
                    <a:pt x="6077" y="9524"/>
                  </a:lnTo>
                  <a:close/>
                </a:path>
                <a:path w="2962275" h="9525">
                  <a:moveTo>
                    <a:pt x="53702" y="9524"/>
                  </a:moveTo>
                  <a:lnTo>
                    <a:pt x="51072" y="9524"/>
                  </a:lnTo>
                  <a:lnTo>
                    <a:pt x="49949" y="9060"/>
                  </a:lnTo>
                  <a:lnTo>
                    <a:pt x="48089" y="7200"/>
                  </a:lnTo>
                  <a:lnTo>
                    <a:pt x="47624" y="6077"/>
                  </a:lnTo>
                  <a:lnTo>
                    <a:pt x="47624" y="3447"/>
                  </a:lnTo>
                  <a:lnTo>
                    <a:pt x="48089" y="2324"/>
                  </a:lnTo>
                  <a:lnTo>
                    <a:pt x="49949" y="464"/>
                  </a:lnTo>
                  <a:lnTo>
                    <a:pt x="51072" y="0"/>
                  </a:lnTo>
                  <a:lnTo>
                    <a:pt x="53702" y="0"/>
                  </a:lnTo>
                  <a:lnTo>
                    <a:pt x="54825" y="464"/>
                  </a:lnTo>
                  <a:lnTo>
                    <a:pt x="56685" y="2324"/>
                  </a:lnTo>
                  <a:lnTo>
                    <a:pt x="57149" y="3447"/>
                  </a:lnTo>
                  <a:lnTo>
                    <a:pt x="57149" y="6077"/>
                  </a:lnTo>
                  <a:lnTo>
                    <a:pt x="56685" y="7200"/>
                  </a:lnTo>
                  <a:lnTo>
                    <a:pt x="54825" y="9060"/>
                  </a:lnTo>
                  <a:lnTo>
                    <a:pt x="53702" y="9524"/>
                  </a:lnTo>
                  <a:close/>
                </a:path>
                <a:path w="2962275" h="9525">
                  <a:moveTo>
                    <a:pt x="101327" y="9524"/>
                  </a:moveTo>
                  <a:lnTo>
                    <a:pt x="98697" y="9524"/>
                  </a:lnTo>
                  <a:lnTo>
                    <a:pt x="97574" y="9060"/>
                  </a:lnTo>
                  <a:lnTo>
                    <a:pt x="95714" y="7200"/>
                  </a:lnTo>
                  <a:lnTo>
                    <a:pt x="95249" y="6077"/>
                  </a:lnTo>
                  <a:lnTo>
                    <a:pt x="95249" y="3447"/>
                  </a:lnTo>
                  <a:lnTo>
                    <a:pt x="95714" y="2324"/>
                  </a:lnTo>
                  <a:lnTo>
                    <a:pt x="97574" y="464"/>
                  </a:lnTo>
                  <a:lnTo>
                    <a:pt x="98697" y="0"/>
                  </a:lnTo>
                  <a:lnTo>
                    <a:pt x="101327" y="0"/>
                  </a:lnTo>
                  <a:lnTo>
                    <a:pt x="102450" y="464"/>
                  </a:lnTo>
                  <a:lnTo>
                    <a:pt x="104310" y="2324"/>
                  </a:lnTo>
                  <a:lnTo>
                    <a:pt x="104774" y="3447"/>
                  </a:lnTo>
                  <a:lnTo>
                    <a:pt x="104774" y="6077"/>
                  </a:lnTo>
                  <a:lnTo>
                    <a:pt x="104310" y="7200"/>
                  </a:lnTo>
                  <a:lnTo>
                    <a:pt x="102450" y="9060"/>
                  </a:lnTo>
                  <a:lnTo>
                    <a:pt x="101327" y="9524"/>
                  </a:lnTo>
                  <a:close/>
                </a:path>
                <a:path w="2962275" h="9525">
                  <a:moveTo>
                    <a:pt x="148952" y="9524"/>
                  </a:moveTo>
                  <a:lnTo>
                    <a:pt x="146322" y="9524"/>
                  </a:lnTo>
                  <a:lnTo>
                    <a:pt x="145199" y="9060"/>
                  </a:lnTo>
                  <a:lnTo>
                    <a:pt x="143339" y="7200"/>
                  </a:lnTo>
                  <a:lnTo>
                    <a:pt x="142874" y="6077"/>
                  </a:lnTo>
                  <a:lnTo>
                    <a:pt x="142874" y="3447"/>
                  </a:lnTo>
                  <a:lnTo>
                    <a:pt x="143339" y="2324"/>
                  </a:lnTo>
                  <a:lnTo>
                    <a:pt x="145199" y="464"/>
                  </a:lnTo>
                  <a:lnTo>
                    <a:pt x="146322" y="0"/>
                  </a:lnTo>
                  <a:lnTo>
                    <a:pt x="148952" y="0"/>
                  </a:lnTo>
                  <a:lnTo>
                    <a:pt x="150075" y="464"/>
                  </a:lnTo>
                  <a:lnTo>
                    <a:pt x="151935" y="2324"/>
                  </a:lnTo>
                  <a:lnTo>
                    <a:pt x="152399" y="3447"/>
                  </a:lnTo>
                  <a:lnTo>
                    <a:pt x="152399" y="6077"/>
                  </a:lnTo>
                  <a:lnTo>
                    <a:pt x="151935" y="7200"/>
                  </a:lnTo>
                  <a:lnTo>
                    <a:pt x="150075" y="9060"/>
                  </a:lnTo>
                  <a:lnTo>
                    <a:pt x="148952" y="9524"/>
                  </a:lnTo>
                  <a:close/>
                </a:path>
                <a:path w="2962275" h="9525">
                  <a:moveTo>
                    <a:pt x="196577" y="9524"/>
                  </a:moveTo>
                  <a:lnTo>
                    <a:pt x="193947" y="9524"/>
                  </a:lnTo>
                  <a:lnTo>
                    <a:pt x="192824" y="9060"/>
                  </a:lnTo>
                  <a:lnTo>
                    <a:pt x="190964" y="7200"/>
                  </a:lnTo>
                  <a:lnTo>
                    <a:pt x="190499" y="6077"/>
                  </a:lnTo>
                  <a:lnTo>
                    <a:pt x="190499" y="3447"/>
                  </a:lnTo>
                  <a:lnTo>
                    <a:pt x="190964" y="2324"/>
                  </a:lnTo>
                  <a:lnTo>
                    <a:pt x="192824" y="464"/>
                  </a:lnTo>
                  <a:lnTo>
                    <a:pt x="193947" y="0"/>
                  </a:lnTo>
                  <a:lnTo>
                    <a:pt x="196577" y="0"/>
                  </a:lnTo>
                  <a:lnTo>
                    <a:pt x="197700" y="464"/>
                  </a:lnTo>
                  <a:lnTo>
                    <a:pt x="199560" y="2324"/>
                  </a:lnTo>
                  <a:lnTo>
                    <a:pt x="200024" y="3447"/>
                  </a:lnTo>
                  <a:lnTo>
                    <a:pt x="200024" y="6077"/>
                  </a:lnTo>
                  <a:lnTo>
                    <a:pt x="199560" y="7200"/>
                  </a:lnTo>
                  <a:lnTo>
                    <a:pt x="197700" y="9060"/>
                  </a:lnTo>
                  <a:lnTo>
                    <a:pt x="196577" y="9524"/>
                  </a:lnTo>
                  <a:close/>
                </a:path>
                <a:path w="2962275" h="9525">
                  <a:moveTo>
                    <a:pt x="244202" y="9524"/>
                  </a:moveTo>
                  <a:lnTo>
                    <a:pt x="241572" y="9524"/>
                  </a:lnTo>
                  <a:lnTo>
                    <a:pt x="240449" y="9060"/>
                  </a:lnTo>
                  <a:lnTo>
                    <a:pt x="238589" y="7200"/>
                  </a:lnTo>
                  <a:lnTo>
                    <a:pt x="238124" y="6077"/>
                  </a:lnTo>
                  <a:lnTo>
                    <a:pt x="238124" y="3447"/>
                  </a:lnTo>
                  <a:lnTo>
                    <a:pt x="238589" y="2324"/>
                  </a:lnTo>
                  <a:lnTo>
                    <a:pt x="240449" y="464"/>
                  </a:lnTo>
                  <a:lnTo>
                    <a:pt x="241572" y="0"/>
                  </a:lnTo>
                  <a:lnTo>
                    <a:pt x="244202" y="0"/>
                  </a:lnTo>
                  <a:lnTo>
                    <a:pt x="245325" y="464"/>
                  </a:lnTo>
                  <a:lnTo>
                    <a:pt x="247185" y="2324"/>
                  </a:lnTo>
                  <a:lnTo>
                    <a:pt x="247649" y="3447"/>
                  </a:lnTo>
                  <a:lnTo>
                    <a:pt x="247649" y="6077"/>
                  </a:lnTo>
                  <a:lnTo>
                    <a:pt x="247185" y="7200"/>
                  </a:lnTo>
                  <a:lnTo>
                    <a:pt x="245325" y="9060"/>
                  </a:lnTo>
                  <a:lnTo>
                    <a:pt x="244202" y="9524"/>
                  </a:lnTo>
                  <a:close/>
                </a:path>
                <a:path w="2962275" h="9525">
                  <a:moveTo>
                    <a:pt x="291827" y="9524"/>
                  </a:moveTo>
                  <a:lnTo>
                    <a:pt x="289197" y="9524"/>
                  </a:lnTo>
                  <a:lnTo>
                    <a:pt x="288074" y="9060"/>
                  </a:lnTo>
                  <a:lnTo>
                    <a:pt x="286214" y="7200"/>
                  </a:lnTo>
                  <a:lnTo>
                    <a:pt x="285749" y="6077"/>
                  </a:lnTo>
                  <a:lnTo>
                    <a:pt x="285749" y="3447"/>
                  </a:lnTo>
                  <a:lnTo>
                    <a:pt x="286214" y="2324"/>
                  </a:lnTo>
                  <a:lnTo>
                    <a:pt x="288074" y="464"/>
                  </a:lnTo>
                  <a:lnTo>
                    <a:pt x="289197" y="0"/>
                  </a:lnTo>
                  <a:lnTo>
                    <a:pt x="291827" y="0"/>
                  </a:lnTo>
                  <a:lnTo>
                    <a:pt x="292950" y="464"/>
                  </a:lnTo>
                  <a:lnTo>
                    <a:pt x="294810" y="2324"/>
                  </a:lnTo>
                  <a:lnTo>
                    <a:pt x="295274" y="3447"/>
                  </a:lnTo>
                  <a:lnTo>
                    <a:pt x="295274" y="6077"/>
                  </a:lnTo>
                  <a:lnTo>
                    <a:pt x="294810" y="7200"/>
                  </a:lnTo>
                  <a:lnTo>
                    <a:pt x="292950" y="9060"/>
                  </a:lnTo>
                  <a:lnTo>
                    <a:pt x="291827" y="9524"/>
                  </a:lnTo>
                  <a:close/>
                </a:path>
                <a:path w="2962275" h="9525">
                  <a:moveTo>
                    <a:pt x="339452" y="9524"/>
                  </a:moveTo>
                  <a:lnTo>
                    <a:pt x="336822" y="9524"/>
                  </a:lnTo>
                  <a:lnTo>
                    <a:pt x="335699" y="9060"/>
                  </a:lnTo>
                  <a:lnTo>
                    <a:pt x="333839" y="7200"/>
                  </a:lnTo>
                  <a:lnTo>
                    <a:pt x="333374" y="6077"/>
                  </a:lnTo>
                  <a:lnTo>
                    <a:pt x="333374" y="3447"/>
                  </a:lnTo>
                  <a:lnTo>
                    <a:pt x="333839" y="2324"/>
                  </a:lnTo>
                  <a:lnTo>
                    <a:pt x="335699" y="464"/>
                  </a:lnTo>
                  <a:lnTo>
                    <a:pt x="336822" y="0"/>
                  </a:lnTo>
                  <a:lnTo>
                    <a:pt x="339452" y="0"/>
                  </a:lnTo>
                  <a:lnTo>
                    <a:pt x="340575" y="464"/>
                  </a:lnTo>
                  <a:lnTo>
                    <a:pt x="342434" y="2324"/>
                  </a:lnTo>
                  <a:lnTo>
                    <a:pt x="342899" y="3447"/>
                  </a:lnTo>
                  <a:lnTo>
                    <a:pt x="342899" y="6077"/>
                  </a:lnTo>
                  <a:lnTo>
                    <a:pt x="342434" y="7200"/>
                  </a:lnTo>
                  <a:lnTo>
                    <a:pt x="340575" y="9060"/>
                  </a:lnTo>
                  <a:lnTo>
                    <a:pt x="339452" y="9524"/>
                  </a:lnTo>
                  <a:close/>
                </a:path>
                <a:path w="2962275" h="9525">
                  <a:moveTo>
                    <a:pt x="387077" y="9524"/>
                  </a:moveTo>
                  <a:lnTo>
                    <a:pt x="384447" y="9524"/>
                  </a:lnTo>
                  <a:lnTo>
                    <a:pt x="383324" y="9060"/>
                  </a:lnTo>
                  <a:lnTo>
                    <a:pt x="381464" y="7200"/>
                  </a:lnTo>
                  <a:lnTo>
                    <a:pt x="380999" y="6077"/>
                  </a:lnTo>
                  <a:lnTo>
                    <a:pt x="380999" y="3447"/>
                  </a:lnTo>
                  <a:lnTo>
                    <a:pt x="381464" y="2324"/>
                  </a:lnTo>
                  <a:lnTo>
                    <a:pt x="383324" y="464"/>
                  </a:lnTo>
                  <a:lnTo>
                    <a:pt x="384447" y="0"/>
                  </a:lnTo>
                  <a:lnTo>
                    <a:pt x="387077" y="0"/>
                  </a:lnTo>
                  <a:lnTo>
                    <a:pt x="388200" y="464"/>
                  </a:lnTo>
                  <a:lnTo>
                    <a:pt x="390059" y="2324"/>
                  </a:lnTo>
                  <a:lnTo>
                    <a:pt x="390524" y="3447"/>
                  </a:lnTo>
                  <a:lnTo>
                    <a:pt x="390524" y="6077"/>
                  </a:lnTo>
                  <a:lnTo>
                    <a:pt x="390059" y="7200"/>
                  </a:lnTo>
                  <a:lnTo>
                    <a:pt x="388200" y="9060"/>
                  </a:lnTo>
                  <a:lnTo>
                    <a:pt x="387077" y="9524"/>
                  </a:lnTo>
                  <a:close/>
                </a:path>
                <a:path w="2962275" h="9525">
                  <a:moveTo>
                    <a:pt x="434702" y="9524"/>
                  </a:moveTo>
                  <a:lnTo>
                    <a:pt x="432072" y="9524"/>
                  </a:lnTo>
                  <a:lnTo>
                    <a:pt x="430949" y="9060"/>
                  </a:lnTo>
                  <a:lnTo>
                    <a:pt x="429089" y="7200"/>
                  </a:lnTo>
                  <a:lnTo>
                    <a:pt x="428624" y="6077"/>
                  </a:lnTo>
                  <a:lnTo>
                    <a:pt x="428624" y="3447"/>
                  </a:lnTo>
                  <a:lnTo>
                    <a:pt x="429089" y="2324"/>
                  </a:lnTo>
                  <a:lnTo>
                    <a:pt x="430949" y="464"/>
                  </a:lnTo>
                  <a:lnTo>
                    <a:pt x="432072" y="0"/>
                  </a:lnTo>
                  <a:lnTo>
                    <a:pt x="434702" y="0"/>
                  </a:lnTo>
                  <a:lnTo>
                    <a:pt x="435825" y="464"/>
                  </a:lnTo>
                  <a:lnTo>
                    <a:pt x="437684" y="2324"/>
                  </a:lnTo>
                  <a:lnTo>
                    <a:pt x="438149" y="3447"/>
                  </a:lnTo>
                  <a:lnTo>
                    <a:pt x="438149" y="6077"/>
                  </a:lnTo>
                  <a:lnTo>
                    <a:pt x="437684" y="7200"/>
                  </a:lnTo>
                  <a:lnTo>
                    <a:pt x="435825" y="9060"/>
                  </a:lnTo>
                  <a:lnTo>
                    <a:pt x="434702" y="9524"/>
                  </a:lnTo>
                  <a:close/>
                </a:path>
                <a:path w="2962275" h="9525">
                  <a:moveTo>
                    <a:pt x="482327" y="9524"/>
                  </a:moveTo>
                  <a:lnTo>
                    <a:pt x="479697" y="9524"/>
                  </a:lnTo>
                  <a:lnTo>
                    <a:pt x="478574" y="9060"/>
                  </a:lnTo>
                  <a:lnTo>
                    <a:pt x="476714" y="7200"/>
                  </a:lnTo>
                  <a:lnTo>
                    <a:pt x="476249" y="6077"/>
                  </a:lnTo>
                  <a:lnTo>
                    <a:pt x="476249" y="3447"/>
                  </a:lnTo>
                  <a:lnTo>
                    <a:pt x="476714" y="2324"/>
                  </a:lnTo>
                  <a:lnTo>
                    <a:pt x="478574" y="464"/>
                  </a:lnTo>
                  <a:lnTo>
                    <a:pt x="479697" y="0"/>
                  </a:lnTo>
                  <a:lnTo>
                    <a:pt x="482327" y="0"/>
                  </a:lnTo>
                  <a:lnTo>
                    <a:pt x="483450" y="464"/>
                  </a:lnTo>
                  <a:lnTo>
                    <a:pt x="485309" y="2324"/>
                  </a:lnTo>
                  <a:lnTo>
                    <a:pt x="485774" y="3447"/>
                  </a:lnTo>
                  <a:lnTo>
                    <a:pt x="485774" y="6077"/>
                  </a:lnTo>
                  <a:lnTo>
                    <a:pt x="485309" y="7200"/>
                  </a:lnTo>
                  <a:lnTo>
                    <a:pt x="483450" y="9060"/>
                  </a:lnTo>
                  <a:lnTo>
                    <a:pt x="482327" y="9524"/>
                  </a:lnTo>
                  <a:close/>
                </a:path>
                <a:path w="2962275" h="9525">
                  <a:moveTo>
                    <a:pt x="529952" y="9524"/>
                  </a:moveTo>
                  <a:lnTo>
                    <a:pt x="527322" y="9524"/>
                  </a:lnTo>
                  <a:lnTo>
                    <a:pt x="526199" y="9060"/>
                  </a:lnTo>
                  <a:lnTo>
                    <a:pt x="524339" y="7200"/>
                  </a:lnTo>
                  <a:lnTo>
                    <a:pt x="523874" y="6077"/>
                  </a:lnTo>
                  <a:lnTo>
                    <a:pt x="523874" y="3447"/>
                  </a:lnTo>
                  <a:lnTo>
                    <a:pt x="524339" y="2324"/>
                  </a:lnTo>
                  <a:lnTo>
                    <a:pt x="526199" y="464"/>
                  </a:lnTo>
                  <a:lnTo>
                    <a:pt x="527322" y="0"/>
                  </a:lnTo>
                  <a:lnTo>
                    <a:pt x="529952" y="0"/>
                  </a:lnTo>
                  <a:lnTo>
                    <a:pt x="531075" y="464"/>
                  </a:lnTo>
                  <a:lnTo>
                    <a:pt x="532934" y="2324"/>
                  </a:lnTo>
                  <a:lnTo>
                    <a:pt x="533399" y="3447"/>
                  </a:lnTo>
                  <a:lnTo>
                    <a:pt x="533399" y="6077"/>
                  </a:lnTo>
                  <a:lnTo>
                    <a:pt x="532934" y="7200"/>
                  </a:lnTo>
                  <a:lnTo>
                    <a:pt x="531075" y="9060"/>
                  </a:lnTo>
                  <a:lnTo>
                    <a:pt x="529952" y="9524"/>
                  </a:lnTo>
                  <a:close/>
                </a:path>
                <a:path w="2962275" h="9525">
                  <a:moveTo>
                    <a:pt x="577577" y="9524"/>
                  </a:moveTo>
                  <a:lnTo>
                    <a:pt x="574947" y="9524"/>
                  </a:lnTo>
                  <a:lnTo>
                    <a:pt x="573824" y="9060"/>
                  </a:lnTo>
                  <a:lnTo>
                    <a:pt x="571964" y="7200"/>
                  </a:lnTo>
                  <a:lnTo>
                    <a:pt x="571499" y="6077"/>
                  </a:lnTo>
                  <a:lnTo>
                    <a:pt x="571499" y="3447"/>
                  </a:lnTo>
                  <a:lnTo>
                    <a:pt x="571964" y="2324"/>
                  </a:lnTo>
                  <a:lnTo>
                    <a:pt x="573824" y="464"/>
                  </a:lnTo>
                  <a:lnTo>
                    <a:pt x="574947" y="0"/>
                  </a:lnTo>
                  <a:lnTo>
                    <a:pt x="577577" y="0"/>
                  </a:lnTo>
                  <a:lnTo>
                    <a:pt x="578700" y="464"/>
                  </a:lnTo>
                  <a:lnTo>
                    <a:pt x="580559" y="2324"/>
                  </a:lnTo>
                  <a:lnTo>
                    <a:pt x="581024" y="3447"/>
                  </a:lnTo>
                  <a:lnTo>
                    <a:pt x="581024" y="6077"/>
                  </a:lnTo>
                  <a:lnTo>
                    <a:pt x="580559" y="7200"/>
                  </a:lnTo>
                  <a:lnTo>
                    <a:pt x="578700" y="9060"/>
                  </a:lnTo>
                  <a:lnTo>
                    <a:pt x="577577" y="9524"/>
                  </a:lnTo>
                  <a:close/>
                </a:path>
                <a:path w="2962275" h="9525">
                  <a:moveTo>
                    <a:pt x="625202" y="9524"/>
                  </a:moveTo>
                  <a:lnTo>
                    <a:pt x="622572" y="9524"/>
                  </a:lnTo>
                  <a:lnTo>
                    <a:pt x="621449" y="9060"/>
                  </a:lnTo>
                  <a:lnTo>
                    <a:pt x="619589" y="7200"/>
                  </a:lnTo>
                  <a:lnTo>
                    <a:pt x="619124" y="6077"/>
                  </a:lnTo>
                  <a:lnTo>
                    <a:pt x="619124" y="3447"/>
                  </a:lnTo>
                  <a:lnTo>
                    <a:pt x="619589" y="2324"/>
                  </a:lnTo>
                  <a:lnTo>
                    <a:pt x="621449" y="464"/>
                  </a:lnTo>
                  <a:lnTo>
                    <a:pt x="622572" y="0"/>
                  </a:lnTo>
                  <a:lnTo>
                    <a:pt x="625202" y="0"/>
                  </a:lnTo>
                  <a:lnTo>
                    <a:pt x="626325" y="464"/>
                  </a:lnTo>
                  <a:lnTo>
                    <a:pt x="628184" y="2324"/>
                  </a:lnTo>
                  <a:lnTo>
                    <a:pt x="628649" y="3447"/>
                  </a:lnTo>
                  <a:lnTo>
                    <a:pt x="628649" y="6077"/>
                  </a:lnTo>
                  <a:lnTo>
                    <a:pt x="628184" y="7200"/>
                  </a:lnTo>
                  <a:lnTo>
                    <a:pt x="626325" y="9060"/>
                  </a:lnTo>
                  <a:lnTo>
                    <a:pt x="625202" y="9524"/>
                  </a:lnTo>
                  <a:close/>
                </a:path>
                <a:path w="2962275" h="9525">
                  <a:moveTo>
                    <a:pt x="672827" y="9524"/>
                  </a:moveTo>
                  <a:lnTo>
                    <a:pt x="670197" y="9524"/>
                  </a:lnTo>
                  <a:lnTo>
                    <a:pt x="669074" y="9060"/>
                  </a:lnTo>
                  <a:lnTo>
                    <a:pt x="667214" y="7200"/>
                  </a:lnTo>
                  <a:lnTo>
                    <a:pt x="666749" y="6077"/>
                  </a:lnTo>
                  <a:lnTo>
                    <a:pt x="666749" y="3447"/>
                  </a:lnTo>
                  <a:lnTo>
                    <a:pt x="667214" y="2324"/>
                  </a:lnTo>
                  <a:lnTo>
                    <a:pt x="669074" y="464"/>
                  </a:lnTo>
                  <a:lnTo>
                    <a:pt x="670197" y="0"/>
                  </a:lnTo>
                  <a:lnTo>
                    <a:pt x="672827" y="0"/>
                  </a:lnTo>
                  <a:lnTo>
                    <a:pt x="673950" y="464"/>
                  </a:lnTo>
                  <a:lnTo>
                    <a:pt x="675809" y="2324"/>
                  </a:lnTo>
                  <a:lnTo>
                    <a:pt x="676274" y="3447"/>
                  </a:lnTo>
                  <a:lnTo>
                    <a:pt x="676274" y="6077"/>
                  </a:lnTo>
                  <a:lnTo>
                    <a:pt x="675809" y="7200"/>
                  </a:lnTo>
                  <a:lnTo>
                    <a:pt x="673950" y="9060"/>
                  </a:lnTo>
                  <a:lnTo>
                    <a:pt x="672827" y="9524"/>
                  </a:lnTo>
                  <a:close/>
                </a:path>
                <a:path w="2962275" h="9525">
                  <a:moveTo>
                    <a:pt x="720452" y="9524"/>
                  </a:moveTo>
                  <a:lnTo>
                    <a:pt x="717822" y="9524"/>
                  </a:lnTo>
                  <a:lnTo>
                    <a:pt x="716699" y="9060"/>
                  </a:lnTo>
                  <a:lnTo>
                    <a:pt x="714839" y="7200"/>
                  </a:lnTo>
                  <a:lnTo>
                    <a:pt x="714374" y="6077"/>
                  </a:lnTo>
                  <a:lnTo>
                    <a:pt x="714374" y="3447"/>
                  </a:lnTo>
                  <a:lnTo>
                    <a:pt x="714839" y="2324"/>
                  </a:lnTo>
                  <a:lnTo>
                    <a:pt x="716699" y="464"/>
                  </a:lnTo>
                  <a:lnTo>
                    <a:pt x="717822" y="0"/>
                  </a:lnTo>
                  <a:lnTo>
                    <a:pt x="720452" y="0"/>
                  </a:lnTo>
                  <a:lnTo>
                    <a:pt x="721575" y="464"/>
                  </a:lnTo>
                  <a:lnTo>
                    <a:pt x="723435" y="2324"/>
                  </a:lnTo>
                  <a:lnTo>
                    <a:pt x="723899" y="3447"/>
                  </a:lnTo>
                  <a:lnTo>
                    <a:pt x="723899" y="6077"/>
                  </a:lnTo>
                  <a:lnTo>
                    <a:pt x="723435" y="7200"/>
                  </a:lnTo>
                  <a:lnTo>
                    <a:pt x="721575" y="9060"/>
                  </a:lnTo>
                  <a:lnTo>
                    <a:pt x="720452" y="9524"/>
                  </a:lnTo>
                  <a:close/>
                </a:path>
                <a:path w="2962275" h="9525">
                  <a:moveTo>
                    <a:pt x="768077" y="9524"/>
                  </a:moveTo>
                  <a:lnTo>
                    <a:pt x="765447" y="9524"/>
                  </a:lnTo>
                  <a:lnTo>
                    <a:pt x="764324" y="9060"/>
                  </a:lnTo>
                  <a:lnTo>
                    <a:pt x="762464" y="7200"/>
                  </a:lnTo>
                  <a:lnTo>
                    <a:pt x="761999" y="6077"/>
                  </a:lnTo>
                  <a:lnTo>
                    <a:pt x="761999" y="3447"/>
                  </a:lnTo>
                  <a:lnTo>
                    <a:pt x="762464" y="2324"/>
                  </a:lnTo>
                  <a:lnTo>
                    <a:pt x="764324" y="464"/>
                  </a:lnTo>
                  <a:lnTo>
                    <a:pt x="765447" y="0"/>
                  </a:lnTo>
                  <a:lnTo>
                    <a:pt x="768077" y="0"/>
                  </a:lnTo>
                  <a:lnTo>
                    <a:pt x="769200" y="464"/>
                  </a:lnTo>
                  <a:lnTo>
                    <a:pt x="771059" y="2324"/>
                  </a:lnTo>
                  <a:lnTo>
                    <a:pt x="771524" y="3447"/>
                  </a:lnTo>
                  <a:lnTo>
                    <a:pt x="771524" y="6077"/>
                  </a:lnTo>
                  <a:lnTo>
                    <a:pt x="771059" y="7200"/>
                  </a:lnTo>
                  <a:lnTo>
                    <a:pt x="769200" y="9060"/>
                  </a:lnTo>
                  <a:lnTo>
                    <a:pt x="768077" y="9524"/>
                  </a:lnTo>
                  <a:close/>
                </a:path>
                <a:path w="2962275" h="9525">
                  <a:moveTo>
                    <a:pt x="815702" y="9524"/>
                  </a:moveTo>
                  <a:lnTo>
                    <a:pt x="813072" y="9524"/>
                  </a:lnTo>
                  <a:lnTo>
                    <a:pt x="811949" y="9060"/>
                  </a:lnTo>
                  <a:lnTo>
                    <a:pt x="810089" y="7200"/>
                  </a:lnTo>
                  <a:lnTo>
                    <a:pt x="809624" y="6077"/>
                  </a:lnTo>
                  <a:lnTo>
                    <a:pt x="809624" y="3447"/>
                  </a:lnTo>
                  <a:lnTo>
                    <a:pt x="810089" y="2324"/>
                  </a:lnTo>
                  <a:lnTo>
                    <a:pt x="811949" y="464"/>
                  </a:lnTo>
                  <a:lnTo>
                    <a:pt x="813072" y="0"/>
                  </a:lnTo>
                  <a:lnTo>
                    <a:pt x="815702" y="0"/>
                  </a:lnTo>
                  <a:lnTo>
                    <a:pt x="816825" y="464"/>
                  </a:lnTo>
                  <a:lnTo>
                    <a:pt x="818684" y="2324"/>
                  </a:lnTo>
                  <a:lnTo>
                    <a:pt x="819149" y="3447"/>
                  </a:lnTo>
                  <a:lnTo>
                    <a:pt x="819149" y="6077"/>
                  </a:lnTo>
                  <a:lnTo>
                    <a:pt x="818684" y="7200"/>
                  </a:lnTo>
                  <a:lnTo>
                    <a:pt x="816825" y="9060"/>
                  </a:lnTo>
                  <a:lnTo>
                    <a:pt x="815702" y="9524"/>
                  </a:lnTo>
                  <a:close/>
                </a:path>
                <a:path w="2962275" h="9525">
                  <a:moveTo>
                    <a:pt x="863327" y="9524"/>
                  </a:moveTo>
                  <a:lnTo>
                    <a:pt x="860697" y="9524"/>
                  </a:lnTo>
                  <a:lnTo>
                    <a:pt x="859574" y="9060"/>
                  </a:lnTo>
                  <a:lnTo>
                    <a:pt x="857714" y="7200"/>
                  </a:lnTo>
                  <a:lnTo>
                    <a:pt x="857249" y="6077"/>
                  </a:lnTo>
                  <a:lnTo>
                    <a:pt x="857249" y="3447"/>
                  </a:lnTo>
                  <a:lnTo>
                    <a:pt x="857714" y="2324"/>
                  </a:lnTo>
                  <a:lnTo>
                    <a:pt x="859574" y="464"/>
                  </a:lnTo>
                  <a:lnTo>
                    <a:pt x="860697" y="0"/>
                  </a:lnTo>
                  <a:lnTo>
                    <a:pt x="863327" y="0"/>
                  </a:lnTo>
                  <a:lnTo>
                    <a:pt x="864450" y="464"/>
                  </a:lnTo>
                  <a:lnTo>
                    <a:pt x="866309" y="2324"/>
                  </a:lnTo>
                  <a:lnTo>
                    <a:pt x="866774" y="3447"/>
                  </a:lnTo>
                  <a:lnTo>
                    <a:pt x="866774" y="6077"/>
                  </a:lnTo>
                  <a:lnTo>
                    <a:pt x="866309" y="7200"/>
                  </a:lnTo>
                  <a:lnTo>
                    <a:pt x="864450" y="9060"/>
                  </a:lnTo>
                  <a:lnTo>
                    <a:pt x="863327" y="9524"/>
                  </a:lnTo>
                  <a:close/>
                </a:path>
                <a:path w="2962275" h="9525">
                  <a:moveTo>
                    <a:pt x="910952" y="9524"/>
                  </a:moveTo>
                  <a:lnTo>
                    <a:pt x="908322" y="9524"/>
                  </a:lnTo>
                  <a:lnTo>
                    <a:pt x="907199" y="9060"/>
                  </a:lnTo>
                  <a:lnTo>
                    <a:pt x="905339" y="7200"/>
                  </a:lnTo>
                  <a:lnTo>
                    <a:pt x="904874" y="6077"/>
                  </a:lnTo>
                  <a:lnTo>
                    <a:pt x="904874" y="3447"/>
                  </a:lnTo>
                  <a:lnTo>
                    <a:pt x="905339" y="2324"/>
                  </a:lnTo>
                  <a:lnTo>
                    <a:pt x="907199" y="464"/>
                  </a:lnTo>
                  <a:lnTo>
                    <a:pt x="908322" y="0"/>
                  </a:lnTo>
                  <a:lnTo>
                    <a:pt x="910952" y="0"/>
                  </a:lnTo>
                  <a:lnTo>
                    <a:pt x="912074" y="464"/>
                  </a:lnTo>
                  <a:lnTo>
                    <a:pt x="913934" y="2324"/>
                  </a:lnTo>
                  <a:lnTo>
                    <a:pt x="914399" y="3447"/>
                  </a:lnTo>
                  <a:lnTo>
                    <a:pt x="914399" y="6077"/>
                  </a:lnTo>
                  <a:lnTo>
                    <a:pt x="913934" y="7200"/>
                  </a:lnTo>
                  <a:lnTo>
                    <a:pt x="912074" y="9060"/>
                  </a:lnTo>
                  <a:lnTo>
                    <a:pt x="910952" y="9524"/>
                  </a:lnTo>
                  <a:close/>
                </a:path>
                <a:path w="2962275" h="9525">
                  <a:moveTo>
                    <a:pt x="958577" y="9524"/>
                  </a:moveTo>
                  <a:lnTo>
                    <a:pt x="955947" y="9524"/>
                  </a:lnTo>
                  <a:lnTo>
                    <a:pt x="954824" y="9060"/>
                  </a:lnTo>
                  <a:lnTo>
                    <a:pt x="952964" y="7200"/>
                  </a:lnTo>
                  <a:lnTo>
                    <a:pt x="952499" y="6077"/>
                  </a:lnTo>
                  <a:lnTo>
                    <a:pt x="952499" y="3447"/>
                  </a:lnTo>
                  <a:lnTo>
                    <a:pt x="952964" y="2324"/>
                  </a:lnTo>
                  <a:lnTo>
                    <a:pt x="954824" y="464"/>
                  </a:lnTo>
                  <a:lnTo>
                    <a:pt x="955947" y="0"/>
                  </a:lnTo>
                  <a:lnTo>
                    <a:pt x="958577" y="0"/>
                  </a:lnTo>
                  <a:lnTo>
                    <a:pt x="959700" y="464"/>
                  </a:lnTo>
                  <a:lnTo>
                    <a:pt x="961560" y="2324"/>
                  </a:lnTo>
                  <a:lnTo>
                    <a:pt x="962024" y="3447"/>
                  </a:lnTo>
                  <a:lnTo>
                    <a:pt x="962024" y="6077"/>
                  </a:lnTo>
                  <a:lnTo>
                    <a:pt x="961560" y="7200"/>
                  </a:lnTo>
                  <a:lnTo>
                    <a:pt x="959700" y="9060"/>
                  </a:lnTo>
                  <a:lnTo>
                    <a:pt x="958577" y="9524"/>
                  </a:lnTo>
                  <a:close/>
                </a:path>
                <a:path w="2962275" h="9525">
                  <a:moveTo>
                    <a:pt x="1006202" y="9524"/>
                  </a:moveTo>
                  <a:lnTo>
                    <a:pt x="1003572" y="9524"/>
                  </a:lnTo>
                  <a:lnTo>
                    <a:pt x="1002449" y="9060"/>
                  </a:lnTo>
                  <a:lnTo>
                    <a:pt x="1000589" y="7200"/>
                  </a:lnTo>
                  <a:lnTo>
                    <a:pt x="1000124" y="6077"/>
                  </a:lnTo>
                  <a:lnTo>
                    <a:pt x="1000124" y="3447"/>
                  </a:lnTo>
                  <a:lnTo>
                    <a:pt x="1000589" y="2324"/>
                  </a:lnTo>
                  <a:lnTo>
                    <a:pt x="1002449" y="464"/>
                  </a:lnTo>
                  <a:lnTo>
                    <a:pt x="1003572" y="0"/>
                  </a:lnTo>
                  <a:lnTo>
                    <a:pt x="1006202" y="0"/>
                  </a:lnTo>
                  <a:lnTo>
                    <a:pt x="1007325" y="464"/>
                  </a:lnTo>
                  <a:lnTo>
                    <a:pt x="1009184" y="2324"/>
                  </a:lnTo>
                  <a:lnTo>
                    <a:pt x="1009649" y="3447"/>
                  </a:lnTo>
                  <a:lnTo>
                    <a:pt x="1009649" y="6077"/>
                  </a:lnTo>
                  <a:lnTo>
                    <a:pt x="1009184" y="7200"/>
                  </a:lnTo>
                  <a:lnTo>
                    <a:pt x="1007325" y="9060"/>
                  </a:lnTo>
                  <a:lnTo>
                    <a:pt x="1006202" y="9524"/>
                  </a:lnTo>
                  <a:close/>
                </a:path>
                <a:path w="2962275" h="9525">
                  <a:moveTo>
                    <a:pt x="1053827" y="9524"/>
                  </a:moveTo>
                  <a:lnTo>
                    <a:pt x="1051197" y="9524"/>
                  </a:lnTo>
                  <a:lnTo>
                    <a:pt x="1050074" y="9060"/>
                  </a:lnTo>
                  <a:lnTo>
                    <a:pt x="1048214" y="7200"/>
                  </a:lnTo>
                  <a:lnTo>
                    <a:pt x="1047749" y="6077"/>
                  </a:lnTo>
                  <a:lnTo>
                    <a:pt x="1047749" y="3447"/>
                  </a:lnTo>
                  <a:lnTo>
                    <a:pt x="1048214" y="2324"/>
                  </a:lnTo>
                  <a:lnTo>
                    <a:pt x="1050074" y="464"/>
                  </a:lnTo>
                  <a:lnTo>
                    <a:pt x="1051197" y="0"/>
                  </a:lnTo>
                  <a:lnTo>
                    <a:pt x="1053827" y="0"/>
                  </a:lnTo>
                  <a:lnTo>
                    <a:pt x="1054950" y="464"/>
                  </a:lnTo>
                  <a:lnTo>
                    <a:pt x="1056809" y="2324"/>
                  </a:lnTo>
                  <a:lnTo>
                    <a:pt x="1057274" y="3447"/>
                  </a:lnTo>
                  <a:lnTo>
                    <a:pt x="1057274" y="6077"/>
                  </a:lnTo>
                  <a:lnTo>
                    <a:pt x="1056809" y="7200"/>
                  </a:lnTo>
                  <a:lnTo>
                    <a:pt x="1054950" y="9060"/>
                  </a:lnTo>
                  <a:lnTo>
                    <a:pt x="1053827" y="9524"/>
                  </a:lnTo>
                  <a:close/>
                </a:path>
                <a:path w="2962275" h="9525">
                  <a:moveTo>
                    <a:pt x="1101452" y="9524"/>
                  </a:moveTo>
                  <a:lnTo>
                    <a:pt x="1098822" y="9524"/>
                  </a:lnTo>
                  <a:lnTo>
                    <a:pt x="1097699" y="9060"/>
                  </a:lnTo>
                  <a:lnTo>
                    <a:pt x="1095839" y="7200"/>
                  </a:lnTo>
                  <a:lnTo>
                    <a:pt x="1095374" y="6077"/>
                  </a:lnTo>
                  <a:lnTo>
                    <a:pt x="1095374" y="3447"/>
                  </a:lnTo>
                  <a:lnTo>
                    <a:pt x="1095839" y="2324"/>
                  </a:lnTo>
                  <a:lnTo>
                    <a:pt x="1097699" y="464"/>
                  </a:lnTo>
                  <a:lnTo>
                    <a:pt x="1098822" y="0"/>
                  </a:lnTo>
                  <a:lnTo>
                    <a:pt x="1101452" y="0"/>
                  </a:lnTo>
                  <a:lnTo>
                    <a:pt x="1102575" y="464"/>
                  </a:lnTo>
                  <a:lnTo>
                    <a:pt x="1104434" y="2324"/>
                  </a:lnTo>
                  <a:lnTo>
                    <a:pt x="1104899" y="3447"/>
                  </a:lnTo>
                  <a:lnTo>
                    <a:pt x="1104899" y="6077"/>
                  </a:lnTo>
                  <a:lnTo>
                    <a:pt x="1104434" y="7200"/>
                  </a:lnTo>
                  <a:lnTo>
                    <a:pt x="1102575" y="9060"/>
                  </a:lnTo>
                  <a:lnTo>
                    <a:pt x="1101452" y="9524"/>
                  </a:lnTo>
                  <a:close/>
                </a:path>
                <a:path w="2962275" h="9525">
                  <a:moveTo>
                    <a:pt x="1149077" y="9524"/>
                  </a:moveTo>
                  <a:lnTo>
                    <a:pt x="1146447" y="9524"/>
                  </a:lnTo>
                  <a:lnTo>
                    <a:pt x="1145324" y="9060"/>
                  </a:lnTo>
                  <a:lnTo>
                    <a:pt x="1143464" y="7200"/>
                  </a:lnTo>
                  <a:lnTo>
                    <a:pt x="1142999" y="6077"/>
                  </a:lnTo>
                  <a:lnTo>
                    <a:pt x="1142999" y="3447"/>
                  </a:lnTo>
                  <a:lnTo>
                    <a:pt x="1143464" y="2324"/>
                  </a:lnTo>
                  <a:lnTo>
                    <a:pt x="1145324" y="464"/>
                  </a:lnTo>
                  <a:lnTo>
                    <a:pt x="1146447" y="0"/>
                  </a:lnTo>
                  <a:lnTo>
                    <a:pt x="1149077" y="0"/>
                  </a:lnTo>
                  <a:lnTo>
                    <a:pt x="1150199" y="464"/>
                  </a:lnTo>
                  <a:lnTo>
                    <a:pt x="1152059" y="2324"/>
                  </a:lnTo>
                  <a:lnTo>
                    <a:pt x="1152524" y="3447"/>
                  </a:lnTo>
                  <a:lnTo>
                    <a:pt x="1152524" y="6077"/>
                  </a:lnTo>
                  <a:lnTo>
                    <a:pt x="1152059" y="7200"/>
                  </a:lnTo>
                  <a:lnTo>
                    <a:pt x="1150199" y="9060"/>
                  </a:lnTo>
                  <a:lnTo>
                    <a:pt x="1149077" y="9524"/>
                  </a:lnTo>
                  <a:close/>
                </a:path>
                <a:path w="2962275" h="9525">
                  <a:moveTo>
                    <a:pt x="1196702" y="9524"/>
                  </a:moveTo>
                  <a:lnTo>
                    <a:pt x="1194072" y="9524"/>
                  </a:lnTo>
                  <a:lnTo>
                    <a:pt x="1192949" y="9060"/>
                  </a:lnTo>
                  <a:lnTo>
                    <a:pt x="1191089" y="7200"/>
                  </a:lnTo>
                  <a:lnTo>
                    <a:pt x="1190624" y="6077"/>
                  </a:lnTo>
                  <a:lnTo>
                    <a:pt x="1190624" y="3447"/>
                  </a:lnTo>
                  <a:lnTo>
                    <a:pt x="1191089" y="2324"/>
                  </a:lnTo>
                  <a:lnTo>
                    <a:pt x="1192949" y="464"/>
                  </a:lnTo>
                  <a:lnTo>
                    <a:pt x="1194072" y="0"/>
                  </a:lnTo>
                  <a:lnTo>
                    <a:pt x="1196702" y="0"/>
                  </a:lnTo>
                  <a:lnTo>
                    <a:pt x="1197825" y="464"/>
                  </a:lnTo>
                  <a:lnTo>
                    <a:pt x="1199684" y="2324"/>
                  </a:lnTo>
                  <a:lnTo>
                    <a:pt x="1200149" y="3447"/>
                  </a:lnTo>
                  <a:lnTo>
                    <a:pt x="1200149" y="6077"/>
                  </a:lnTo>
                  <a:lnTo>
                    <a:pt x="1199684" y="7200"/>
                  </a:lnTo>
                  <a:lnTo>
                    <a:pt x="1197825" y="9060"/>
                  </a:lnTo>
                  <a:lnTo>
                    <a:pt x="1196702" y="9524"/>
                  </a:lnTo>
                  <a:close/>
                </a:path>
                <a:path w="2962275" h="9525">
                  <a:moveTo>
                    <a:pt x="1244327" y="9524"/>
                  </a:moveTo>
                  <a:lnTo>
                    <a:pt x="1241697" y="9524"/>
                  </a:lnTo>
                  <a:lnTo>
                    <a:pt x="1240574" y="9060"/>
                  </a:lnTo>
                  <a:lnTo>
                    <a:pt x="1238714" y="7200"/>
                  </a:lnTo>
                  <a:lnTo>
                    <a:pt x="1238249" y="6077"/>
                  </a:lnTo>
                  <a:lnTo>
                    <a:pt x="1238249" y="3447"/>
                  </a:lnTo>
                  <a:lnTo>
                    <a:pt x="1238714" y="2324"/>
                  </a:lnTo>
                  <a:lnTo>
                    <a:pt x="1240574" y="464"/>
                  </a:lnTo>
                  <a:lnTo>
                    <a:pt x="1241697" y="0"/>
                  </a:lnTo>
                  <a:lnTo>
                    <a:pt x="1244327" y="0"/>
                  </a:lnTo>
                  <a:lnTo>
                    <a:pt x="1245449" y="464"/>
                  </a:lnTo>
                  <a:lnTo>
                    <a:pt x="1247309" y="2324"/>
                  </a:lnTo>
                  <a:lnTo>
                    <a:pt x="1247774" y="3447"/>
                  </a:lnTo>
                  <a:lnTo>
                    <a:pt x="1247774" y="6077"/>
                  </a:lnTo>
                  <a:lnTo>
                    <a:pt x="1247309" y="7200"/>
                  </a:lnTo>
                  <a:lnTo>
                    <a:pt x="1245449" y="9060"/>
                  </a:lnTo>
                  <a:lnTo>
                    <a:pt x="1244327" y="9524"/>
                  </a:lnTo>
                  <a:close/>
                </a:path>
                <a:path w="2962275" h="9525">
                  <a:moveTo>
                    <a:pt x="1291952" y="9524"/>
                  </a:moveTo>
                  <a:lnTo>
                    <a:pt x="1289322" y="9524"/>
                  </a:lnTo>
                  <a:lnTo>
                    <a:pt x="1288199" y="9060"/>
                  </a:lnTo>
                  <a:lnTo>
                    <a:pt x="1286339" y="7200"/>
                  </a:lnTo>
                  <a:lnTo>
                    <a:pt x="1285874" y="6077"/>
                  </a:lnTo>
                  <a:lnTo>
                    <a:pt x="1285874" y="3447"/>
                  </a:lnTo>
                  <a:lnTo>
                    <a:pt x="1286339" y="2324"/>
                  </a:lnTo>
                  <a:lnTo>
                    <a:pt x="1288199" y="464"/>
                  </a:lnTo>
                  <a:lnTo>
                    <a:pt x="1289322" y="0"/>
                  </a:lnTo>
                  <a:lnTo>
                    <a:pt x="1291952" y="0"/>
                  </a:lnTo>
                  <a:lnTo>
                    <a:pt x="1293074" y="464"/>
                  </a:lnTo>
                  <a:lnTo>
                    <a:pt x="1294934" y="2324"/>
                  </a:lnTo>
                  <a:lnTo>
                    <a:pt x="1295399" y="3447"/>
                  </a:lnTo>
                  <a:lnTo>
                    <a:pt x="1295399" y="6077"/>
                  </a:lnTo>
                  <a:lnTo>
                    <a:pt x="1294934" y="7200"/>
                  </a:lnTo>
                  <a:lnTo>
                    <a:pt x="1293074" y="9060"/>
                  </a:lnTo>
                  <a:lnTo>
                    <a:pt x="1291952" y="9524"/>
                  </a:lnTo>
                  <a:close/>
                </a:path>
                <a:path w="2962275" h="9525">
                  <a:moveTo>
                    <a:pt x="1339577" y="9524"/>
                  </a:moveTo>
                  <a:lnTo>
                    <a:pt x="1336947" y="9524"/>
                  </a:lnTo>
                  <a:lnTo>
                    <a:pt x="1335824" y="9060"/>
                  </a:lnTo>
                  <a:lnTo>
                    <a:pt x="1333964" y="7200"/>
                  </a:lnTo>
                  <a:lnTo>
                    <a:pt x="1333499" y="6077"/>
                  </a:lnTo>
                  <a:lnTo>
                    <a:pt x="1333499" y="3447"/>
                  </a:lnTo>
                  <a:lnTo>
                    <a:pt x="1333964" y="2324"/>
                  </a:lnTo>
                  <a:lnTo>
                    <a:pt x="1335824" y="464"/>
                  </a:lnTo>
                  <a:lnTo>
                    <a:pt x="1336947" y="0"/>
                  </a:lnTo>
                  <a:lnTo>
                    <a:pt x="1339577" y="0"/>
                  </a:lnTo>
                  <a:lnTo>
                    <a:pt x="1340700" y="464"/>
                  </a:lnTo>
                  <a:lnTo>
                    <a:pt x="1342560" y="2324"/>
                  </a:lnTo>
                  <a:lnTo>
                    <a:pt x="1343024" y="3447"/>
                  </a:lnTo>
                  <a:lnTo>
                    <a:pt x="1343024" y="6077"/>
                  </a:lnTo>
                  <a:lnTo>
                    <a:pt x="1342560" y="7200"/>
                  </a:lnTo>
                  <a:lnTo>
                    <a:pt x="1340700" y="9060"/>
                  </a:lnTo>
                  <a:lnTo>
                    <a:pt x="1339577" y="9524"/>
                  </a:lnTo>
                  <a:close/>
                </a:path>
                <a:path w="2962275" h="9525">
                  <a:moveTo>
                    <a:pt x="1387202" y="9524"/>
                  </a:moveTo>
                  <a:lnTo>
                    <a:pt x="1384572" y="9524"/>
                  </a:lnTo>
                  <a:lnTo>
                    <a:pt x="1383449" y="9060"/>
                  </a:lnTo>
                  <a:lnTo>
                    <a:pt x="1381589" y="7200"/>
                  </a:lnTo>
                  <a:lnTo>
                    <a:pt x="1381124" y="6077"/>
                  </a:lnTo>
                  <a:lnTo>
                    <a:pt x="1381124" y="3447"/>
                  </a:lnTo>
                  <a:lnTo>
                    <a:pt x="1381589" y="2324"/>
                  </a:lnTo>
                  <a:lnTo>
                    <a:pt x="1383449" y="464"/>
                  </a:lnTo>
                  <a:lnTo>
                    <a:pt x="1384572" y="0"/>
                  </a:lnTo>
                  <a:lnTo>
                    <a:pt x="1387202" y="0"/>
                  </a:lnTo>
                  <a:lnTo>
                    <a:pt x="1388324" y="464"/>
                  </a:lnTo>
                  <a:lnTo>
                    <a:pt x="1390184" y="2324"/>
                  </a:lnTo>
                  <a:lnTo>
                    <a:pt x="1390649" y="3447"/>
                  </a:lnTo>
                  <a:lnTo>
                    <a:pt x="1390649" y="6077"/>
                  </a:lnTo>
                  <a:lnTo>
                    <a:pt x="1390184" y="7200"/>
                  </a:lnTo>
                  <a:lnTo>
                    <a:pt x="1388324" y="9060"/>
                  </a:lnTo>
                  <a:lnTo>
                    <a:pt x="1387202" y="9524"/>
                  </a:lnTo>
                  <a:close/>
                </a:path>
                <a:path w="2962275" h="9525">
                  <a:moveTo>
                    <a:pt x="1434827" y="9524"/>
                  </a:moveTo>
                  <a:lnTo>
                    <a:pt x="1432197" y="9524"/>
                  </a:lnTo>
                  <a:lnTo>
                    <a:pt x="1431074" y="9060"/>
                  </a:lnTo>
                  <a:lnTo>
                    <a:pt x="1429214" y="7200"/>
                  </a:lnTo>
                  <a:lnTo>
                    <a:pt x="1428749" y="6077"/>
                  </a:lnTo>
                  <a:lnTo>
                    <a:pt x="1428749" y="3447"/>
                  </a:lnTo>
                  <a:lnTo>
                    <a:pt x="1429214" y="2324"/>
                  </a:lnTo>
                  <a:lnTo>
                    <a:pt x="1431074" y="464"/>
                  </a:lnTo>
                  <a:lnTo>
                    <a:pt x="1432197" y="0"/>
                  </a:lnTo>
                  <a:lnTo>
                    <a:pt x="1434827" y="0"/>
                  </a:lnTo>
                  <a:lnTo>
                    <a:pt x="1435949" y="464"/>
                  </a:lnTo>
                  <a:lnTo>
                    <a:pt x="1437809" y="2324"/>
                  </a:lnTo>
                  <a:lnTo>
                    <a:pt x="1438274" y="3447"/>
                  </a:lnTo>
                  <a:lnTo>
                    <a:pt x="1438274" y="6077"/>
                  </a:lnTo>
                  <a:lnTo>
                    <a:pt x="1437809" y="7200"/>
                  </a:lnTo>
                  <a:lnTo>
                    <a:pt x="1435949" y="9060"/>
                  </a:lnTo>
                  <a:lnTo>
                    <a:pt x="1434827" y="9524"/>
                  </a:lnTo>
                  <a:close/>
                </a:path>
                <a:path w="2962275" h="9525">
                  <a:moveTo>
                    <a:pt x="1482452" y="9524"/>
                  </a:moveTo>
                  <a:lnTo>
                    <a:pt x="1479822" y="9524"/>
                  </a:lnTo>
                  <a:lnTo>
                    <a:pt x="1478699" y="9060"/>
                  </a:lnTo>
                  <a:lnTo>
                    <a:pt x="1476839" y="7200"/>
                  </a:lnTo>
                  <a:lnTo>
                    <a:pt x="1476374" y="6077"/>
                  </a:lnTo>
                  <a:lnTo>
                    <a:pt x="1476374" y="3447"/>
                  </a:lnTo>
                  <a:lnTo>
                    <a:pt x="1476839" y="2324"/>
                  </a:lnTo>
                  <a:lnTo>
                    <a:pt x="1478699" y="464"/>
                  </a:lnTo>
                  <a:lnTo>
                    <a:pt x="1479822" y="0"/>
                  </a:lnTo>
                  <a:lnTo>
                    <a:pt x="1482452" y="0"/>
                  </a:lnTo>
                  <a:lnTo>
                    <a:pt x="1483574" y="464"/>
                  </a:lnTo>
                  <a:lnTo>
                    <a:pt x="1485434" y="2324"/>
                  </a:lnTo>
                  <a:lnTo>
                    <a:pt x="1485899" y="3447"/>
                  </a:lnTo>
                  <a:lnTo>
                    <a:pt x="1485899" y="6077"/>
                  </a:lnTo>
                  <a:lnTo>
                    <a:pt x="1485434" y="7200"/>
                  </a:lnTo>
                  <a:lnTo>
                    <a:pt x="1483574" y="9060"/>
                  </a:lnTo>
                  <a:lnTo>
                    <a:pt x="1482452" y="9524"/>
                  </a:lnTo>
                  <a:close/>
                </a:path>
                <a:path w="2962275" h="9525">
                  <a:moveTo>
                    <a:pt x="1530077" y="9524"/>
                  </a:moveTo>
                  <a:lnTo>
                    <a:pt x="1527447" y="9524"/>
                  </a:lnTo>
                  <a:lnTo>
                    <a:pt x="1526324" y="9060"/>
                  </a:lnTo>
                  <a:lnTo>
                    <a:pt x="1524464" y="7200"/>
                  </a:lnTo>
                  <a:lnTo>
                    <a:pt x="1523999" y="6077"/>
                  </a:lnTo>
                  <a:lnTo>
                    <a:pt x="1523999" y="3447"/>
                  </a:lnTo>
                  <a:lnTo>
                    <a:pt x="1524464" y="2324"/>
                  </a:lnTo>
                  <a:lnTo>
                    <a:pt x="1526324" y="464"/>
                  </a:lnTo>
                  <a:lnTo>
                    <a:pt x="1527447" y="0"/>
                  </a:lnTo>
                  <a:lnTo>
                    <a:pt x="1530077" y="0"/>
                  </a:lnTo>
                  <a:lnTo>
                    <a:pt x="1531199" y="464"/>
                  </a:lnTo>
                  <a:lnTo>
                    <a:pt x="1533059" y="2324"/>
                  </a:lnTo>
                  <a:lnTo>
                    <a:pt x="1533524" y="3447"/>
                  </a:lnTo>
                  <a:lnTo>
                    <a:pt x="1533524" y="6077"/>
                  </a:lnTo>
                  <a:lnTo>
                    <a:pt x="1533059" y="7200"/>
                  </a:lnTo>
                  <a:lnTo>
                    <a:pt x="1531199" y="9060"/>
                  </a:lnTo>
                  <a:lnTo>
                    <a:pt x="1530077" y="9524"/>
                  </a:lnTo>
                  <a:close/>
                </a:path>
                <a:path w="2962275" h="9525">
                  <a:moveTo>
                    <a:pt x="1577702" y="9524"/>
                  </a:moveTo>
                  <a:lnTo>
                    <a:pt x="1575072" y="9524"/>
                  </a:lnTo>
                  <a:lnTo>
                    <a:pt x="1573949" y="9060"/>
                  </a:lnTo>
                  <a:lnTo>
                    <a:pt x="1572089" y="7200"/>
                  </a:lnTo>
                  <a:lnTo>
                    <a:pt x="1571624" y="6077"/>
                  </a:lnTo>
                  <a:lnTo>
                    <a:pt x="1571624" y="3447"/>
                  </a:lnTo>
                  <a:lnTo>
                    <a:pt x="1572089" y="2324"/>
                  </a:lnTo>
                  <a:lnTo>
                    <a:pt x="1573949" y="464"/>
                  </a:lnTo>
                  <a:lnTo>
                    <a:pt x="1575072" y="0"/>
                  </a:lnTo>
                  <a:lnTo>
                    <a:pt x="1577702" y="0"/>
                  </a:lnTo>
                  <a:lnTo>
                    <a:pt x="1578825" y="464"/>
                  </a:lnTo>
                  <a:lnTo>
                    <a:pt x="1580684" y="2324"/>
                  </a:lnTo>
                  <a:lnTo>
                    <a:pt x="1581149" y="3447"/>
                  </a:lnTo>
                  <a:lnTo>
                    <a:pt x="1581149" y="6077"/>
                  </a:lnTo>
                  <a:lnTo>
                    <a:pt x="1580684" y="7200"/>
                  </a:lnTo>
                  <a:lnTo>
                    <a:pt x="1578825" y="9060"/>
                  </a:lnTo>
                  <a:lnTo>
                    <a:pt x="1577702" y="9524"/>
                  </a:lnTo>
                  <a:close/>
                </a:path>
                <a:path w="2962275" h="9525">
                  <a:moveTo>
                    <a:pt x="1625327" y="9524"/>
                  </a:moveTo>
                  <a:lnTo>
                    <a:pt x="1622697" y="9524"/>
                  </a:lnTo>
                  <a:lnTo>
                    <a:pt x="1621574" y="9060"/>
                  </a:lnTo>
                  <a:lnTo>
                    <a:pt x="1619714" y="7200"/>
                  </a:lnTo>
                  <a:lnTo>
                    <a:pt x="1619249" y="6077"/>
                  </a:lnTo>
                  <a:lnTo>
                    <a:pt x="1619249" y="3447"/>
                  </a:lnTo>
                  <a:lnTo>
                    <a:pt x="1619714" y="2324"/>
                  </a:lnTo>
                  <a:lnTo>
                    <a:pt x="1621574" y="464"/>
                  </a:lnTo>
                  <a:lnTo>
                    <a:pt x="1622697" y="0"/>
                  </a:lnTo>
                  <a:lnTo>
                    <a:pt x="1625327" y="0"/>
                  </a:lnTo>
                  <a:lnTo>
                    <a:pt x="1626449" y="464"/>
                  </a:lnTo>
                  <a:lnTo>
                    <a:pt x="1628309" y="2324"/>
                  </a:lnTo>
                  <a:lnTo>
                    <a:pt x="1628774" y="3447"/>
                  </a:lnTo>
                  <a:lnTo>
                    <a:pt x="1628774" y="6077"/>
                  </a:lnTo>
                  <a:lnTo>
                    <a:pt x="1628309" y="7200"/>
                  </a:lnTo>
                  <a:lnTo>
                    <a:pt x="1626449" y="9060"/>
                  </a:lnTo>
                  <a:lnTo>
                    <a:pt x="1625327" y="9524"/>
                  </a:lnTo>
                  <a:close/>
                </a:path>
                <a:path w="2962275" h="9525">
                  <a:moveTo>
                    <a:pt x="1672952" y="9524"/>
                  </a:moveTo>
                  <a:lnTo>
                    <a:pt x="1670322" y="9524"/>
                  </a:lnTo>
                  <a:lnTo>
                    <a:pt x="1669199" y="9060"/>
                  </a:lnTo>
                  <a:lnTo>
                    <a:pt x="1667339" y="7200"/>
                  </a:lnTo>
                  <a:lnTo>
                    <a:pt x="1666874" y="6077"/>
                  </a:lnTo>
                  <a:lnTo>
                    <a:pt x="1666874" y="3447"/>
                  </a:lnTo>
                  <a:lnTo>
                    <a:pt x="1667339" y="2324"/>
                  </a:lnTo>
                  <a:lnTo>
                    <a:pt x="1669199" y="464"/>
                  </a:lnTo>
                  <a:lnTo>
                    <a:pt x="1670322" y="0"/>
                  </a:lnTo>
                  <a:lnTo>
                    <a:pt x="1672952" y="0"/>
                  </a:lnTo>
                  <a:lnTo>
                    <a:pt x="1674074" y="464"/>
                  </a:lnTo>
                  <a:lnTo>
                    <a:pt x="1675934" y="2324"/>
                  </a:lnTo>
                  <a:lnTo>
                    <a:pt x="1676399" y="3447"/>
                  </a:lnTo>
                  <a:lnTo>
                    <a:pt x="1676399" y="6077"/>
                  </a:lnTo>
                  <a:lnTo>
                    <a:pt x="1675934" y="7200"/>
                  </a:lnTo>
                  <a:lnTo>
                    <a:pt x="1674074" y="9060"/>
                  </a:lnTo>
                  <a:lnTo>
                    <a:pt x="1672952" y="9524"/>
                  </a:lnTo>
                  <a:close/>
                </a:path>
                <a:path w="2962275" h="9525">
                  <a:moveTo>
                    <a:pt x="1720577" y="9524"/>
                  </a:moveTo>
                  <a:lnTo>
                    <a:pt x="1717947" y="9524"/>
                  </a:lnTo>
                  <a:lnTo>
                    <a:pt x="1716824" y="9060"/>
                  </a:lnTo>
                  <a:lnTo>
                    <a:pt x="1714964" y="7200"/>
                  </a:lnTo>
                  <a:lnTo>
                    <a:pt x="1714499" y="6077"/>
                  </a:lnTo>
                  <a:lnTo>
                    <a:pt x="1714499" y="3447"/>
                  </a:lnTo>
                  <a:lnTo>
                    <a:pt x="1714964" y="2324"/>
                  </a:lnTo>
                  <a:lnTo>
                    <a:pt x="1716824" y="464"/>
                  </a:lnTo>
                  <a:lnTo>
                    <a:pt x="1717947" y="0"/>
                  </a:lnTo>
                  <a:lnTo>
                    <a:pt x="1720577" y="0"/>
                  </a:lnTo>
                  <a:lnTo>
                    <a:pt x="1721700" y="464"/>
                  </a:lnTo>
                  <a:lnTo>
                    <a:pt x="1723560" y="2324"/>
                  </a:lnTo>
                  <a:lnTo>
                    <a:pt x="1724024" y="3447"/>
                  </a:lnTo>
                  <a:lnTo>
                    <a:pt x="1724024" y="6077"/>
                  </a:lnTo>
                  <a:lnTo>
                    <a:pt x="1723560" y="7200"/>
                  </a:lnTo>
                  <a:lnTo>
                    <a:pt x="1721700" y="9060"/>
                  </a:lnTo>
                  <a:lnTo>
                    <a:pt x="1720577" y="9524"/>
                  </a:lnTo>
                  <a:close/>
                </a:path>
                <a:path w="2962275" h="9525">
                  <a:moveTo>
                    <a:pt x="1768202" y="9524"/>
                  </a:moveTo>
                  <a:lnTo>
                    <a:pt x="1765572" y="9524"/>
                  </a:lnTo>
                  <a:lnTo>
                    <a:pt x="1764449" y="9060"/>
                  </a:lnTo>
                  <a:lnTo>
                    <a:pt x="1762589" y="7200"/>
                  </a:lnTo>
                  <a:lnTo>
                    <a:pt x="1762124" y="6077"/>
                  </a:lnTo>
                  <a:lnTo>
                    <a:pt x="1762124" y="3447"/>
                  </a:lnTo>
                  <a:lnTo>
                    <a:pt x="1762589" y="2324"/>
                  </a:lnTo>
                  <a:lnTo>
                    <a:pt x="1764449" y="464"/>
                  </a:lnTo>
                  <a:lnTo>
                    <a:pt x="1765572" y="0"/>
                  </a:lnTo>
                  <a:lnTo>
                    <a:pt x="1768202" y="0"/>
                  </a:lnTo>
                  <a:lnTo>
                    <a:pt x="1769324" y="464"/>
                  </a:lnTo>
                  <a:lnTo>
                    <a:pt x="1771184" y="2324"/>
                  </a:lnTo>
                  <a:lnTo>
                    <a:pt x="1771649" y="3447"/>
                  </a:lnTo>
                  <a:lnTo>
                    <a:pt x="1771649" y="6077"/>
                  </a:lnTo>
                  <a:lnTo>
                    <a:pt x="1771184" y="7200"/>
                  </a:lnTo>
                  <a:lnTo>
                    <a:pt x="1769324" y="9060"/>
                  </a:lnTo>
                  <a:lnTo>
                    <a:pt x="1768202" y="9524"/>
                  </a:lnTo>
                  <a:close/>
                </a:path>
                <a:path w="2962275" h="9525">
                  <a:moveTo>
                    <a:pt x="1815827" y="9524"/>
                  </a:moveTo>
                  <a:lnTo>
                    <a:pt x="1813197" y="9524"/>
                  </a:lnTo>
                  <a:lnTo>
                    <a:pt x="1812074" y="9060"/>
                  </a:lnTo>
                  <a:lnTo>
                    <a:pt x="1810214" y="7200"/>
                  </a:lnTo>
                  <a:lnTo>
                    <a:pt x="1809749" y="6077"/>
                  </a:lnTo>
                  <a:lnTo>
                    <a:pt x="1809749" y="3447"/>
                  </a:lnTo>
                  <a:lnTo>
                    <a:pt x="1810214" y="2324"/>
                  </a:lnTo>
                  <a:lnTo>
                    <a:pt x="1812074" y="464"/>
                  </a:lnTo>
                  <a:lnTo>
                    <a:pt x="1813197" y="0"/>
                  </a:lnTo>
                  <a:lnTo>
                    <a:pt x="1815827" y="0"/>
                  </a:lnTo>
                  <a:lnTo>
                    <a:pt x="1816950" y="464"/>
                  </a:lnTo>
                  <a:lnTo>
                    <a:pt x="1818810" y="2324"/>
                  </a:lnTo>
                  <a:lnTo>
                    <a:pt x="1819274" y="3447"/>
                  </a:lnTo>
                  <a:lnTo>
                    <a:pt x="1819274" y="6077"/>
                  </a:lnTo>
                  <a:lnTo>
                    <a:pt x="1818810" y="7200"/>
                  </a:lnTo>
                  <a:lnTo>
                    <a:pt x="1816950" y="9060"/>
                  </a:lnTo>
                  <a:lnTo>
                    <a:pt x="1815827" y="9524"/>
                  </a:lnTo>
                  <a:close/>
                </a:path>
                <a:path w="2962275" h="9525">
                  <a:moveTo>
                    <a:pt x="1863452" y="9524"/>
                  </a:moveTo>
                  <a:lnTo>
                    <a:pt x="1860822" y="9524"/>
                  </a:lnTo>
                  <a:lnTo>
                    <a:pt x="1859699" y="9060"/>
                  </a:lnTo>
                  <a:lnTo>
                    <a:pt x="1857839" y="7200"/>
                  </a:lnTo>
                  <a:lnTo>
                    <a:pt x="1857374" y="6077"/>
                  </a:lnTo>
                  <a:lnTo>
                    <a:pt x="1857374" y="3447"/>
                  </a:lnTo>
                  <a:lnTo>
                    <a:pt x="1857839" y="2324"/>
                  </a:lnTo>
                  <a:lnTo>
                    <a:pt x="1859699" y="464"/>
                  </a:lnTo>
                  <a:lnTo>
                    <a:pt x="1860822" y="0"/>
                  </a:lnTo>
                  <a:lnTo>
                    <a:pt x="1863452" y="0"/>
                  </a:lnTo>
                  <a:lnTo>
                    <a:pt x="1864574" y="464"/>
                  </a:lnTo>
                  <a:lnTo>
                    <a:pt x="1866434" y="2324"/>
                  </a:lnTo>
                  <a:lnTo>
                    <a:pt x="1866899" y="3447"/>
                  </a:lnTo>
                  <a:lnTo>
                    <a:pt x="1866899" y="6077"/>
                  </a:lnTo>
                  <a:lnTo>
                    <a:pt x="1866434" y="7200"/>
                  </a:lnTo>
                  <a:lnTo>
                    <a:pt x="1864574" y="9060"/>
                  </a:lnTo>
                  <a:lnTo>
                    <a:pt x="1863452" y="9524"/>
                  </a:lnTo>
                  <a:close/>
                </a:path>
                <a:path w="2962275" h="9525">
                  <a:moveTo>
                    <a:pt x="1911077" y="9524"/>
                  </a:moveTo>
                  <a:lnTo>
                    <a:pt x="1908447" y="9524"/>
                  </a:lnTo>
                  <a:lnTo>
                    <a:pt x="1907324" y="9060"/>
                  </a:lnTo>
                  <a:lnTo>
                    <a:pt x="1905464" y="7200"/>
                  </a:lnTo>
                  <a:lnTo>
                    <a:pt x="1904999" y="6077"/>
                  </a:lnTo>
                  <a:lnTo>
                    <a:pt x="1904999" y="3447"/>
                  </a:lnTo>
                  <a:lnTo>
                    <a:pt x="1905464" y="2324"/>
                  </a:lnTo>
                  <a:lnTo>
                    <a:pt x="1907324" y="464"/>
                  </a:lnTo>
                  <a:lnTo>
                    <a:pt x="1908447" y="0"/>
                  </a:lnTo>
                  <a:lnTo>
                    <a:pt x="1911077" y="0"/>
                  </a:lnTo>
                  <a:lnTo>
                    <a:pt x="1912199" y="464"/>
                  </a:lnTo>
                  <a:lnTo>
                    <a:pt x="1914059" y="2324"/>
                  </a:lnTo>
                  <a:lnTo>
                    <a:pt x="1914524" y="3447"/>
                  </a:lnTo>
                  <a:lnTo>
                    <a:pt x="1914524" y="6077"/>
                  </a:lnTo>
                  <a:lnTo>
                    <a:pt x="1914059" y="7200"/>
                  </a:lnTo>
                  <a:lnTo>
                    <a:pt x="1912199" y="9060"/>
                  </a:lnTo>
                  <a:lnTo>
                    <a:pt x="1911077" y="9524"/>
                  </a:lnTo>
                  <a:close/>
                </a:path>
                <a:path w="2962275" h="9525">
                  <a:moveTo>
                    <a:pt x="1958702" y="9524"/>
                  </a:moveTo>
                  <a:lnTo>
                    <a:pt x="1956072" y="9524"/>
                  </a:lnTo>
                  <a:lnTo>
                    <a:pt x="1954949" y="9060"/>
                  </a:lnTo>
                  <a:lnTo>
                    <a:pt x="1953089" y="7200"/>
                  </a:lnTo>
                  <a:lnTo>
                    <a:pt x="1952624" y="6077"/>
                  </a:lnTo>
                  <a:lnTo>
                    <a:pt x="1952624" y="3447"/>
                  </a:lnTo>
                  <a:lnTo>
                    <a:pt x="1953089" y="2324"/>
                  </a:lnTo>
                  <a:lnTo>
                    <a:pt x="1954949" y="464"/>
                  </a:lnTo>
                  <a:lnTo>
                    <a:pt x="1956072" y="0"/>
                  </a:lnTo>
                  <a:lnTo>
                    <a:pt x="1958702" y="0"/>
                  </a:lnTo>
                  <a:lnTo>
                    <a:pt x="1959824" y="464"/>
                  </a:lnTo>
                  <a:lnTo>
                    <a:pt x="1961684" y="2324"/>
                  </a:lnTo>
                  <a:lnTo>
                    <a:pt x="1962149" y="3447"/>
                  </a:lnTo>
                  <a:lnTo>
                    <a:pt x="1962149" y="6077"/>
                  </a:lnTo>
                  <a:lnTo>
                    <a:pt x="1961684" y="7200"/>
                  </a:lnTo>
                  <a:lnTo>
                    <a:pt x="1959824" y="9060"/>
                  </a:lnTo>
                  <a:lnTo>
                    <a:pt x="1958702" y="9524"/>
                  </a:lnTo>
                  <a:close/>
                </a:path>
                <a:path w="2962275" h="9525">
                  <a:moveTo>
                    <a:pt x="2006327" y="9524"/>
                  </a:moveTo>
                  <a:lnTo>
                    <a:pt x="2003697" y="9524"/>
                  </a:lnTo>
                  <a:lnTo>
                    <a:pt x="2002574" y="9060"/>
                  </a:lnTo>
                  <a:lnTo>
                    <a:pt x="2000714" y="7200"/>
                  </a:lnTo>
                  <a:lnTo>
                    <a:pt x="2000249" y="6077"/>
                  </a:lnTo>
                  <a:lnTo>
                    <a:pt x="2000249" y="3447"/>
                  </a:lnTo>
                  <a:lnTo>
                    <a:pt x="2000714" y="2324"/>
                  </a:lnTo>
                  <a:lnTo>
                    <a:pt x="2002574" y="464"/>
                  </a:lnTo>
                  <a:lnTo>
                    <a:pt x="2003697" y="0"/>
                  </a:lnTo>
                  <a:lnTo>
                    <a:pt x="2006327" y="0"/>
                  </a:lnTo>
                  <a:lnTo>
                    <a:pt x="2007449" y="464"/>
                  </a:lnTo>
                  <a:lnTo>
                    <a:pt x="2009309" y="2324"/>
                  </a:lnTo>
                  <a:lnTo>
                    <a:pt x="2009774" y="3447"/>
                  </a:lnTo>
                  <a:lnTo>
                    <a:pt x="2009774" y="6077"/>
                  </a:lnTo>
                  <a:lnTo>
                    <a:pt x="2009309" y="7200"/>
                  </a:lnTo>
                  <a:lnTo>
                    <a:pt x="2007449" y="9060"/>
                  </a:lnTo>
                  <a:lnTo>
                    <a:pt x="2006327" y="9524"/>
                  </a:lnTo>
                  <a:close/>
                </a:path>
                <a:path w="2962275" h="9525">
                  <a:moveTo>
                    <a:pt x="2053952" y="9524"/>
                  </a:moveTo>
                  <a:lnTo>
                    <a:pt x="2051322" y="9524"/>
                  </a:lnTo>
                  <a:lnTo>
                    <a:pt x="2050199" y="9060"/>
                  </a:lnTo>
                  <a:lnTo>
                    <a:pt x="2048339" y="7200"/>
                  </a:lnTo>
                  <a:lnTo>
                    <a:pt x="2047874" y="6077"/>
                  </a:lnTo>
                  <a:lnTo>
                    <a:pt x="2047874" y="3447"/>
                  </a:lnTo>
                  <a:lnTo>
                    <a:pt x="2048339" y="2324"/>
                  </a:lnTo>
                  <a:lnTo>
                    <a:pt x="2050199" y="464"/>
                  </a:lnTo>
                  <a:lnTo>
                    <a:pt x="2051322" y="0"/>
                  </a:lnTo>
                  <a:lnTo>
                    <a:pt x="2053952" y="0"/>
                  </a:lnTo>
                  <a:lnTo>
                    <a:pt x="2055074" y="464"/>
                  </a:lnTo>
                  <a:lnTo>
                    <a:pt x="2056934" y="2324"/>
                  </a:lnTo>
                  <a:lnTo>
                    <a:pt x="2057399" y="3447"/>
                  </a:lnTo>
                  <a:lnTo>
                    <a:pt x="2057399" y="6077"/>
                  </a:lnTo>
                  <a:lnTo>
                    <a:pt x="2056934" y="7200"/>
                  </a:lnTo>
                  <a:lnTo>
                    <a:pt x="2055074" y="9060"/>
                  </a:lnTo>
                  <a:lnTo>
                    <a:pt x="2053952" y="9524"/>
                  </a:lnTo>
                  <a:close/>
                </a:path>
                <a:path w="2962275" h="9525">
                  <a:moveTo>
                    <a:pt x="2101577" y="9524"/>
                  </a:moveTo>
                  <a:lnTo>
                    <a:pt x="2098947" y="9524"/>
                  </a:lnTo>
                  <a:lnTo>
                    <a:pt x="2097824" y="9060"/>
                  </a:lnTo>
                  <a:lnTo>
                    <a:pt x="2095964" y="7200"/>
                  </a:lnTo>
                  <a:lnTo>
                    <a:pt x="2095499" y="6077"/>
                  </a:lnTo>
                  <a:lnTo>
                    <a:pt x="2095499" y="3447"/>
                  </a:lnTo>
                  <a:lnTo>
                    <a:pt x="2095964" y="2324"/>
                  </a:lnTo>
                  <a:lnTo>
                    <a:pt x="2097824" y="464"/>
                  </a:lnTo>
                  <a:lnTo>
                    <a:pt x="2098947" y="0"/>
                  </a:lnTo>
                  <a:lnTo>
                    <a:pt x="2101577" y="0"/>
                  </a:lnTo>
                  <a:lnTo>
                    <a:pt x="2102699" y="464"/>
                  </a:lnTo>
                  <a:lnTo>
                    <a:pt x="2104559" y="2324"/>
                  </a:lnTo>
                  <a:lnTo>
                    <a:pt x="2105024" y="3447"/>
                  </a:lnTo>
                  <a:lnTo>
                    <a:pt x="2105024" y="6077"/>
                  </a:lnTo>
                  <a:lnTo>
                    <a:pt x="2104559" y="7200"/>
                  </a:lnTo>
                  <a:lnTo>
                    <a:pt x="2102699" y="9060"/>
                  </a:lnTo>
                  <a:lnTo>
                    <a:pt x="2101577" y="9524"/>
                  </a:lnTo>
                  <a:close/>
                </a:path>
                <a:path w="2962275" h="9525">
                  <a:moveTo>
                    <a:pt x="2149202" y="9524"/>
                  </a:moveTo>
                  <a:lnTo>
                    <a:pt x="2146572" y="9524"/>
                  </a:lnTo>
                  <a:lnTo>
                    <a:pt x="2145449" y="9060"/>
                  </a:lnTo>
                  <a:lnTo>
                    <a:pt x="2143589" y="7200"/>
                  </a:lnTo>
                  <a:lnTo>
                    <a:pt x="2143124" y="6077"/>
                  </a:lnTo>
                  <a:lnTo>
                    <a:pt x="2143124" y="3447"/>
                  </a:lnTo>
                  <a:lnTo>
                    <a:pt x="2143589" y="2324"/>
                  </a:lnTo>
                  <a:lnTo>
                    <a:pt x="2145449" y="464"/>
                  </a:lnTo>
                  <a:lnTo>
                    <a:pt x="2146572" y="0"/>
                  </a:lnTo>
                  <a:lnTo>
                    <a:pt x="2149202" y="0"/>
                  </a:lnTo>
                  <a:lnTo>
                    <a:pt x="2150324" y="464"/>
                  </a:lnTo>
                  <a:lnTo>
                    <a:pt x="2152184" y="2324"/>
                  </a:lnTo>
                  <a:lnTo>
                    <a:pt x="2152649" y="3447"/>
                  </a:lnTo>
                  <a:lnTo>
                    <a:pt x="2152649" y="6077"/>
                  </a:lnTo>
                  <a:lnTo>
                    <a:pt x="2152184" y="7200"/>
                  </a:lnTo>
                  <a:lnTo>
                    <a:pt x="2150324" y="9060"/>
                  </a:lnTo>
                  <a:lnTo>
                    <a:pt x="2149202" y="9524"/>
                  </a:lnTo>
                  <a:close/>
                </a:path>
                <a:path w="2962275" h="9525">
                  <a:moveTo>
                    <a:pt x="2196827" y="9524"/>
                  </a:moveTo>
                  <a:lnTo>
                    <a:pt x="2194197" y="9524"/>
                  </a:lnTo>
                  <a:lnTo>
                    <a:pt x="2193074" y="9060"/>
                  </a:lnTo>
                  <a:lnTo>
                    <a:pt x="2191214" y="7200"/>
                  </a:lnTo>
                  <a:lnTo>
                    <a:pt x="2190749" y="6077"/>
                  </a:lnTo>
                  <a:lnTo>
                    <a:pt x="2190749" y="3447"/>
                  </a:lnTo>
                  <a:lnTo>
                    <a:pt x="2191214" y="2324"/>
                  </a:lnTo>
                  <a:lnTo>
                    <a:pt x="2193074" y="464"/>
                  </a:lnTo>
                  <a:lnTo>
                    <a:pt x="2194197" y="0"/>
                  </a:lnTo>
                  <a:lnTo>
                    <a:pt x="2196827" y="0"/>
                  </a:lnTo>
                  <a:lnTo>
                    <a:pt x="2197949" y="464"/>
                  </a:lnTo>
                  <a:lnTo>
                    <a:pt x="2199809" y="2324"/>
                  </a:lnTo>
                  <a:lnTo>
                    <a:pt x="2200274" y="3447"/>
                  </a:lnTo>
                  <a:lnTo>
                    <a:pt x="2200274" y="6077"/>
                  </a:lnTo>
                  <a:lnTo>
                    <a:pt x="2199809" y="7200"/>
                  </a:lnTo>
                  <a:lnTo>
                    <a:pt x="2197949" y="9060"/>
                  </a:lnTo>
                  <a:lnTo>
                    <a:pt x="2196827" y="9524"/>
                  </a:lnTo>
                  <a:close/>
                </a:path>
                <a:path w="2962275" h="9525">
                  <a:moveTo>
                    <a:pt x="2244452" y="9524"/>
                  </a:moveTo>
                  <a:lnTo>
                    <a:pt x="2241822" y="9524"/>
                  </a:lnTo>
                  <a:lnTo>
                    <a:pt x="2240699" y="9060"/>
                  </a:lnTo>
                  <a:lnTo>
                    <a:pt x="2238839" y="7200"/>
                  </a:lnTo>
                  <a:lnTo>
                    <a:pt x="2238374" y="6077"/>
                  </a:lnTo>
                  <a:lnTo>
                    <a:pt x="2238374" y="3447"/>
                  </a:lnTo>
                  <a:lnTo>
                    <a:pt x="2238839" y="2324"/>
                  </a:lnTo>
                  <a:lnTo>
                    <a:pt x="2240699" y="464"/>
                  </a:lnTo>
                  <a:lnTo>
                    <a:pt x="2241822" y="0"/>
                  </a:lnTo>
                  <a:lnTo>
                    <a:pt x="2244452" y="0"/>
                  </a:lnTo>
                  <a:lnTo>
                    <a:pt x="2245574" y="464"/>
                  </a:lnTo>
                  <a:lnTo>
                    <a:pt x="2247434" y="2324"/>
                  </a:lnTo>
                  <a:lnTo>
                    <a:pt x="2247899" y="3447"/>
                  </a:lnTo>
                  <a:lnTo>
                    <a:pt x="2247899" y="6077"/>
                  </a:lnTo>
                  <a:lnTo>
                    <a:pt x="2247434" y="7200"/>
                  </a:lnTo>
                  <a:lnTo>
                    <a:pt x="2245574" y="9060"/>
                  </a:lnTo>
                  <a:lnTo>
                    <a:pt x="2244452" y="9524"/>
                  </a:lnTo>
                  <a:close/>
                </a:path>
                <a:path w="2962275" h="9525">
                  <a:moveTo>
                    <a:pt x="2292077" y="9524"/>
                  </a:moveTo>
                  <a:lnTo>
                    <a:pt x="2289447" y="9524"/>
                  </a:lnTo>
                  <a:lnTo>
                    <a:pt x="2288324" y="9060"/>
                  </a:lnTo>
                  <a:lnTo>
                    <a:pt x="2286464" y="7200"/>
                  </a:lnTo>
                  <a:lnTo>
                    <a:pt x="2285999" y="6077"/>
                  </a:lnTo>
                  <a:lnTo>
                    <a:pt x="2285999" y="3447"/>
                  </a:lnTo>
                  <a:lnTo>
                    <a:pt x="2286464" y="2324"/>
                  </a:lnTo>
                  <a:lnTo>
                    <a:pt x="2288324" y="464"/>
                  </a:lnTo>
                  <a:lnTo>
                    <a:pt x="2289447" y="0"/>
                  </a:lnTo>
                  <a:lnTo>
                    <a:pt x="2292077" y="0"/>
                  </a:lnTo>
                  <a:lnTo>
                    <a:pt x="2293199" y="464"/>
                  </a:lnTo>
                  <a:lnTo>
                    <a:pt x="2295059" y="2324"/>
                  </a:lnTo>
                  <a:lnTo>
                    <a:pt x="2295524" y="3447"/>
                  </a:lnTo>
                  <a:lnTo>
                    <a:pt x="2295524" y="6077"/>
                  </a:lnTo>
                  <a:lnTo>
                    <a:pt x="2295059" y="7200"/>
                  </a:lnTo>
                  <a:lnTo>
                    <a:pt x="2293199" y="9060"/>
                  </a:lnTo>
                  <a:lnTo>
                    <a:pt x="2292077" y="9524"/>
                  </a:lnTo>
                  <a:close/>
                </a:path>
                <a:path w="2962275" h="9525">
                  <a:moveTo>
                    <a:pt x="2339702" y="9524"/>
                  </a:moveTo>
                  <a:lnTo>
                    <a:pt x="2337072" y="9524"/>
                  </a:lnTo>
                  <a:lnTo>
                    <a:pt x="2335949" y="9060"/>
                  </a:lnTo>
                  <a:lnTo>
                    <a:pt x="2334089" y="7200"/>
                  </a:lnTo>
                  <a:lnTo>
                    <a:pt x="2333624" y="6077"/>
                  </a:lnTo>
                  <a:lnTo>
                    <a:pt x="2333624" y="3447"/>
                  </a:lnTo>
                  <a:lnTo>
                    <a:pt x="2334089" y="2324"/>
                  </a:lnTo>
                  <a:lnTo>
                    <a:pt x="2335949" y="464"/>
                  </a:lnTo>
                  <a:lnTo>
                    <a:pt x="2337072" y="0"/>
                  </a:lnTo>
                  <a:lnTo>
                    <a:pt x="2339702" y="0"/>
                  </a:lnTo>
                  <a:lnTo>
                    <a:pt x="2340824" y="464"/>
                  </a:lnTo>
                  <a:lnTo>
                    <a:pt x="2342684" y="2324"/>
                  </a:lnTo>
                  <a:lnTo>
                    <a:pt x="2343149" y="3447"/>
                  </a:lnTo>
                  <a:lnTo>
                    <a:pt x="2343149" y="6077"/>
                  </a:lnTo>
                  <a:lnTo>
                    <a:pt x="2342684" y="7200"/>
                  </a:lnTo>
                  <a:lnTo>
                    <a:pt x="2340824" y="9060"/>
                  </a:lnTo>
                  <a:lnTo>
                    <a:pt x="2339702" y="9524"/>
                  </a:lnTo>
                  <a:close/>
                </a:path>
                <a:path w="2962275" h="9525">
                  <a:moveTo>
                    <a:pt x="2387327" y="9524"/>
                  </a:moveTo>
                  <a:lnTo>
                    <a:pt x="2384697" y="9524"/>
                  </a:lnTo>
                  <a:lnTo>
                    <a:pt x="2383574" y="9060"/>
                  </a:lnTo>
                  <a:lnTo>
                    <a:pt x="2381714" y="7200"/>
                  </a:lnTo>
                  <a:lnTo>
                    <a:pt x="2381249" y="6077"/>
                  </a:lnTo>
                  <a:lnTo>
                    <a:pt x="2381249" y="3447"/>
                  </a:lnTo>
                  <a:lnTo>
                    <a:pt x="2381714" y="2324"/>
                  </a:lnTo>
                  <a:lnTo>
                    <a:pt x="2383574" y="464"/>
                  </a:lnTo>
                  <a:lnTo>
                    <a:pt x="2384697" y="0"/>
                  </a:lnTo>
                  <a:lnTo>
                    <a:pt x="2387327" y="0"/>
                  </a:lnTo>
                  <a:lnTo>
                    <a:pt x="2388449" y="464"/>
                  </a:lnTo>
                  <a:lnTo>
                    <a:pt x="2390309" y="2324"/>
                  </a:lnTo>
                  <a:lnTo>
                    <a:pt x="2390774" y="3447"/>
                  </a:lnTo>
                  <a:lnTo>
                    <a:pt x="2390774" y="6077"/>
                  </a:lnTo>
                  <a:lnTo>
                    <a:pt x="2390309" y="7200"/>
                  </a:lnTo>
                  <a:lnTo>
                    <a:pt x="2388449" y="9060"/>
                  </a:lnTo>
                  <a:lnTo>
                    <a:pt x="2387327" y="9524"/>
                  </a:lnTo>
                  <a:close/>
                </a:path>
                <a:path w="2962275" h="9525">
                  <a:moveTo>
                    <a:pt x="2434952" y="9524"/>
                  </a:moveTo>
                  <a:lnTo>
                    <a:pt x="2432322" y="9524"/>
                  </a:lnTo>
                  <a:lnTo>
                    <a:pt x="2431199" y="9060"/>
                  </a:lnTo>
                  <a:lnTo>
                    <a:pt x="2429339" y="7200"/>
                  </a:lnTo>
                  <a:lnTo>
                    <a:pt x="2428874" y="6077"/>
                  </a:lnTo>
                  <a:lnTo>
                    <a:pt x="2428874" y="3447"/>
                  </a:lnTo>
                  <a:lnTo>
                    <a:pt x="2429339" y="2324"/>
                  </a:lnTo>
                  <a:lnTo>
                    <a:pt x="2431199" y="464"/>
                  </a:lnTo>
                  <a:lnTo>
                    <a:pt x="2432322" y="0"/>
                  </a:lnTo>
                  <a:lnTo>
                    <a:pt x="2434952" y="0"/>
                  </a:lnTo>
                  <a:lnTo>
                    <a:pt x="2436074" y="464"/>
                  </a:lnTo>
                  <a:lnTo>
                    <a:pt x="2437934" y="2324"/>
                  </a:lnTo>
                  <a:lnTo>
                    <a:pt x="2438399" y="3447"/>
                  </a:lnTo>
                  <a:lnTo>
                    <a:pt x="2438399" y="6077"/>
                  </a:lnTo>
                  <a:lnTo>
                    <a:pt x="2437934" y="7200"/>
                  </a:lnTo>
                  <a:lnTo>
                    <a:pt x="2436074" y="9060"/>
                  </a:lnTo>
                  <a:lnTo>
                    <a:pt x="2434952" y="9524"/>
                  </a:lnTo>
                  <a:close/>
                </a:path>
                <a:path w="2962275" h="9525">
                  <a:moveTo>
                    <a:pt x="2482577" y="9524"/>
                  </a:moveTo>
                  <a:lnTo>
                    <a:pt x="2479947" y="9524"/>
                  </a:lnTo>
                  <a:lnTo>
                    <a:pt x="2478824" y="9060"/>
                  </a:lnTo>
                  <a:lnTo>
                    <a:pt x="2476964" y="7200"/>
                  </a:lnTo>
                  <a:lnTo>
                    <a:pt x="2476499" y="6077"/>
                  </a:lnTo>
                  <a:lnTo>
                    <a:pt x="2476499" y="3447"/>
                  </a:lnTo>
                  <a:lnTo>
                    <a:pt x="2476964" y="2324"/>
                  </a:lnTo>
                  <a:lnTo>
                    <a:pt x="2478824" y="464"/>
                  </a:lnTo>
                  <a:lnTo>
                    <a:pt x="2479947" y="0"/>
                  </a:lnTo>
                  <a:lnTo>
                    <a:pt x="2482577" y="0"/>
                  </a:lnTo>
                  <a:lnTo>
                    <a:pt x="2483699" y="464"/>
                  </a:lnTo>
                  <a:lnTo>
                    <a:pt x="2485559" y="2324"/>
                  </a:lnTo>
                  <a:lnTo>
                    <a:pt x="2486024" y="3447"/>
                  </a:lnTo>
                  <a:lnTo>
                    <a:pt x="2486024" y="6077"/>
                  </a:lnTo>
                  <a:lnTo>
                    <a:pt x="2485559" y="7200"/>
                  </a:lnTo>
                  <a:lnTo>
                    <a:pt x="2483699" y="9060"/>
                  </a:lnTo>
                  <a:lnTo>
                    <a:pt x="2482577" y="9524"/>
                  </a:lnTo>
                  <a:close/>
                </a:path>
                <a:path w="2962275" h="9525">
                  <a:moveTo>
                    <a:pt x="2530202" y="9524"/>
                  </a:moveTo>
                  <a:lnTo>
                    <a:pt x="2527572" y="9524"/>
                  </a:lnTo>
                  <a:lnTo>
                    <a:pt x="2526449" y="9060"/>
                  </a:lnTo>
                  <a:lnTo>
                    <a:pt x="2524589" y="7200"/>
                  </a:lnTo>
                  <a:lnTo>
                    <a:pt x="2524124" y="6077"/>
                  </a:lnTo>
                  <a:lnTo>
                    <a:pt x="2524124" y="3447"/>
                  </a:lnTo>
                  <a:lnTo>
                    <a:pt x="2524589" y="2324"/>
                  </a:lnTo>
                  <a:lnTo>
                    <a:pt x="2526449" y="464"/>
                  </a:lnTo>
                  <a:lnTo>
                    <a:pt x="2527572" y="0"/>
                  </a:lnTo>
                  <a:lnTo>
                    <a:pt x="2530202" y="0"/>
                  </a:lnTo>
                  <a:lnTo>
                    <a:pt x="2531325" y="464"/>
                  </a:lnTo>
                  <a:lnTo>
                    <a:pt x="2533184" y="2324"/>
                  </a:lnTo>
                  <a:lnTo>
                    <a:pt x="2533649" y="3447"/>
                  </a:lnTo>
                  <a:lnTo>
                    <a:pt x="2533649" y="6077"/>
                  </a:lnTo>
                  <a:lnTo>
                    <a:pt x="2533184" y="7200"/>
                  </a:lnTo>
                  <a:lnTo>
                    <a:pt x="2531325" y="9060"/>
                  </a:lnTo>
                  <a:lnTo>
                    <a:pt x="2530202" y="9524"/>
                  </a:lnTo>
                  <a:close/>
                </a:path>
                <a:path w="2962275" h="9525">
                  <a:moveTo>
                    <a:pt x="2577827" y="9524"/>
                  </a:moveTo>
                  <a:lnTo>
                    <a:pt x="2575197" y="9524"/>
                  </a:lnTo>
                  <a:lnTo>
                    <a:pt x="2574074" y="9060"/>
                  </a:lnTo>
                  <a:lnTo>
                    <a:pt x="2572214" y="7200"/>
                  </a:lnTo>
                  <a:lnTo>
                    <a:pt x="2571749" y="6077"/>
                  </a:lnTo>
                  <a:lnTo>
                    <a:pt x="2571749" y="3447"/>
                  </a:lnTo>
                  <a:lnTo>
                    <a:pt x="2572214" y="2324"/>
                  </a:lnTo>
                  <a:lnTo>
                    <a:pt x="2574074" y="464"/>
                  </a:lnTo>
                  <a:lnTo>
                    <a:pt x="2575197" y="0"/>
                  </a:lnTo>
                  <a:lnTo>
                    <a:pt x="2577827" y="0"/>
                  </a:lnTo>
                  <a:lnTo>
                    <a:pt x="2578950" y="464"/>
                  </a:lnTo>
                  <a:lnTo>
                    <a:pt x="2580809" y="2324"/>
                  </a:lnTo>
                  <a:lnTo>
                    <a:pt x="2581274" y="3447"/>
                  </a:lnTo>
                  <a:lnTo>
                    <a:pt x="2581274" y="6077"/>
                  </a:lnTo>
                  <a:lnTo>
                    <a:pt x="2580809" y="7200"/>
                  </a:lnTo>
                  <a:lnTo>
                    <a:pt x="2578950" y="9060"/>
                  </a:lnTo>
                  <a:lnTo>
                    <a:pt x="2577827" y="9524"/>
                  </a:lnTo>
                  <a:close/>
                </a:path>
                <a:path w="2962275" h="9525">
                  <a:moveTo>
                    <a:pt x="2625452" y="9524"/>
                  </a:moveTo>
                  <a:lnTo>
                    <a:pt x="2622822" y="9524"/>
                  </a:lnTo>
                  <a:lnTo>
                    <a:pt x="2621699" y="9060"/>
                  </a:lnTo>
                  <a:lnTo>
                    <a:pt x="2619840" y="7200"/>
                  </a:lnTo>
                  <a:lnTo>
                    <a:pt x="2619374" y="6077"/>
                  </a:lnTo>
                  <a:lnTo>
                    <a:pt x="2619374" y="3447"/>
                  </a:lnTo>
                  <a:lnTo>
                    <a:pt x="2619840" y="2324"/>
                  </a:lnTo>
                  <a:lnTo>
                    <a:pt x="2621699" y="464"/>
                  </a:lnTo>
                  <a:lnTo>
                    <a:pt x="2622822" y="0"/>
                  </a:lnTo>
                  <a:lnTo>
                    <a:pt x="2625452" y="0"/>
                  </a:lnTo>
                  <a:lnTo>
                    <a:pt x="2626575" y="464"/>
                  </a:lnTo>
                  <a:lnTo>
                    <a:pt x="2628434" y="2324"/>
                  </a:lnTo>
                  <a:lnTo>
                    <a:pt x="2628899" y="3447"/>
                  </a:lnTo>
                  <a:lnTo>
                    <a:pt x="2628899" y="6077"/>
                  </a:lnTo>
                  <a:lnTo>
                    <a:pt x="2628434" y="7200"/>
                  </a:lnTo>
                  <a:lnTo>
                    <a:pt x="2626575" y="9060"/>
                  </a:lnTo>
                  <a:lnTo>
                    <a:pt x="2625452" y="9524"/>
                  </a:lnTo>
                  <a:close/>
                </a:path>
                <a:path w="2962275" h="9525">
                  <a:moveTo>
                    <a:pt x="2673077" y="9524"/>
                  </a:moveTo>
                  <a:lnTo>
                    <a:pt x="2670447" y="9524"/>
                  </a:lnTo>
                  <a:lnTo>
                    <a:pt x="2669324" y="9060"/>
                  </a:lnTo>
                  <a:lnTo>
                    <a:pt x="2667464" y="7200"/>
                  </a:lnTo>
                  <a:lnTo>
                    <a:pt x="2666999" y="6077"/>
                  </a:lnTo>
                  <a:lnTo>
                    <a:pt x="2666999" y="3447"/>
                  </a:lnTo>
                  <a:lnTo>
                    <a:pt x="2667464" y="2324"/>
                  </a:lnTo>
                  <a:lnTo>
                    <a:pt x="2669324" y="464"/>
                  </a:lnTo>
                  <a:lnTo>
                    <a:pt x="2670447" y="0"/>
                  </a:lnTo>
                  <a:lnTo>
                    <a:pt x="2673077" y="0"/>
                  </a:lnTo>
                  <a:lnTo>
                    <a:pt x="2674200" y="464"/>
                  </a:lnTo>
                  <a:lnTo>
                    <a:pt x="2676059" y="2324"/>
                  </a:lnTo>
                  <a:lnTo>
                    <a:pt x="2676524" y="3447"/>
                  </a:lnTo>
                  <a:lnTo>
                    <a:pt x="2676524" y="6077"/>
                  </a:lnTo>
                  <a:lnTo>
                    <a:pt x="2676059" y="7200"/>
                  </a:lnTo>
                  <a:lnTo>
                    <a:pt x="2674200" y="9060"/>
                  </a:lnTo>
                  <a:lnTo>
                    <a:pt x="2673077" y="9524"/>
                  </a:lnTo>
                  <a:close/>
                </a:path>
                <a:path w="2962275" h="9525">
                  <a:moveTo>
                    <a:pt x="2720702" y="9524"/>
                  </a:moveTo>
                  <a:lnTo>
                    <a:pt x="2718072" y="9524"/>
                  </a:lnTo>
                  <a:lnTo>
                    <a:pt x="2716949" y="9060"/>
                  </a:lnTo>
                  <a:lnTo>
                    <a:pt x="2715089" y="7200"/>
                  </a:lnTo>
                  <a:lnTo>
                    <a:pt x="2714624" y="6077"/>
                  </a:lnTo>
                  <a:lnTo>
                    <a:pt x="2714624" y="3447"/>
                  </a:lnTo>
                  <a:lnTo>
                    <a:pt x="2715089" y="2324"/>
                  </a:lnTo>
                  <a:lnTo>
                    <a:pt x="2716949" y="464"/>
                  </a:lnTo>
                  <a:lnTo>
                    <a:pt x="2718072" y="0"/>
                  </a:lnTo>
                  <a:lnTo>
                    <a:pt x="2720702" y="0"/>
                  </a:lnTo>
                  <a:lnTo>
                    <a:pt x="2721824" y="464"/>
                  </a:lnTo>
                  <a:lnTo>
                    <a:pt x="2723684" y="2324"/>
                  </a:lnTo>
                  <a:lnTo>
                    <a:pt x="2724149" y="3447"/>
                  </a:lnTo>
                  <a:lnTo>
                    <a:pt x="2724149" y="6077"/>
                  </a:lnTo>
                  <a:lnTo>
                    <a:pt x="2723684" y="7200"/>
                  </a:lnTo>
                  <a:lnTo>
                    <a:pt x="2721824" y="9060"/>
                  </a:lnTo>
                  <a:lnTo>
                    <a:pt x="2720702" y="9524"/>
                  </a:lnTo>
                  <a:close/>
                </a:path>
                <a:path w="2962275" h="9525">
                  <a:moveTo>
                    <a:pt x="2768327" y="9524"/>
                  </a:moveTo>
                  <a:lnTo>
                    <a:pt x="2765697" y="9524"/>
                  </a:lnTo>
                  <a:lnTo>
                    <a:pt x="2764574" y="9060"/>
                  </a:lnTo>
                  <a:lnTo>
                    <a:pt x="2762714" y="7200"/>
                  </a:lnTo>
                  <a:lnTo>
                    <a:pt x="2762249" y="6077"/>
                  </a:lnTo>
                  <a:lnTo>
                    <a:pt x="2762249" y="3447"/>
                  </a:lnTo>
                  <a:lnTo>
                    <a:pt x="2762714" y="2324"/>
                  </a:lnTo>
                  <a:lnTo>
                    <a:pt x="2764574" y="464"/>
                  </a:lnTo>
                  <a:lnTo>
                    <a:pt x="2765697" y="0"/>
                  </a:lnTo>
                  <a:lnTo>
                    <a:pt x="2768327" y="0"/>
                  </a:lnTo>
                  <a:lnTo>
                    <a:pt x="2769450" y="464"/>
                  </a:lnTo>
                  <a:lnTo>
                    <a:pt x="2771309" y="2324"/>
                  </a:lnTo>
                  <a:lnTo>
                    <a:pt x="2771774" y="3447"/>
                  </a:lnTo>
                  <a:lnTo>
                    <a:pt x="2771774" y="6077"/>
                  </a:lnTo>
                  <a:lnTo>
                    <a:pt x="2771309" y="7200"/>
                  </a:lnTo>
                  <a:lnTo>
                    <a:pt x="2769450" y="9060"/>
                  </a:lnTo>
                  <a:lnTo>
                    <a:pt x="2768327" y="9524"/>
                  </a:lnTo>
                  <a:close/>
                </a:path>
                <a:path w="2962275" h="9525">
                  <a:moveTo>
                    <a:pt x="2815952" y="9524"/>
                  </a:moveTo>
                  <a:lnTo>
                    <a:pt x="2813322" y="9524"/>
                  </a:lnTo>
                  <a:lnTo>
                    <a:pt x="2812199" y="9060"/>
                  </a:lnTo>
                  <a:lnTo>
                    <a:pt x="2810339" y="7200"/>
                  </a:lnTo>
                  <a:lnTo>
                    <a:pt x="2809874" y="6077"/>
                  </a:lnTo>
                  <a:lnTo>
                    <a:pt x="2809874" y="3447"/>
                  </a:lnTo>
                  <a:lnTo>
                    <a:pt x="2810339" y="2324"/>
                  </a:lnTo>
                  <a:lnTo>
                    <a:pt x="2812199" y="464"/>
                  </a:lnTo>
                  <a:lnTo>
                    <a:pt x="2813322" y="0"/>
                  </a:lnTo>
                  <a:lnTo>
                    <a:pt x="2815952" y="0"/>
                  </a:lnTo>
                  <a:lnTo>
                    <a:pt x="2817074" y="464"/>
                  </a:lnTo>
                  <a:lnTo>
                    <a:pt x="2818934" y="2324"/>
                  </a:lnTo>
                  <a:lnTo>
                    <a:pt x="2819399" y="3447"/>
                  </a:lnTo>
                  <a:lnTo>
                    <a:pt x="2819399" y="6077"/>
                  </a:lnTo>
                  <a:lnTo>
                    <a:pt x="2818934" y="7200"/>
                  </a:lnTo>
                  <a:lnTo>
                    <a:pt x="2817074" y="9060"/>
                  </a:lnTo>
                  <a:lnTo>
                    <a:pt x="2815952" y="9524"/>
                  </a:lnTo>
                  <a:close/>
                </a:path>
                <a:path w="2962275" h="9525">
                  <a:moveTo>
                    <a:pt x="2863577" y="9524"/>
                  </a:moveTo>
                  <a:lnTo>
                    <a:pt x="2860947" y="9524"/>
                  </a:lnTo>
                  <a:lnTo>
                    <a:pt x="2859824" y="9060"/>
                  </a:lnTo>
                  <a:lnTo>
                    <a:pt x="2857964" y="7200"/>
                  </a:lnTo>
                  <a:lnTo>
                    <a:pt x="2857499" y="6077"/>
                  </a:lnTo>
                  <a:lnTo>
                    <a:pt x="2857499" y="3447"/>
                  </a:lnTo>
                  <a:lnTo>
                    <a:pt x="2857964" y="2324"/>
                  </a:lnTo>
                  <a:lnTo>
                    <a:pt x="2859824" y="464"/>
                  </a:lnTo>
                  <a:lnTo>
                    <a:pt x="2860947" y="0"/>
                  </a:lnTo>
                  <a:lnTo>
                    <a:pt x="2863577" y="0"/>
                  </a:lnTo>
                  <a:lnTo>
                    <a:pt x="2864700" y="464"/>
                  </a:lnTo>
                  <a:lnTo>
                    <a:pt x="2866559" y="2324"/>
                  </a:lnTo>
                  <a:lnTo>
                    <a:pt x="2867024" y="3447"/>
                  </a:lnTo>
                  <a:lnTo>
                    <a:pt x="2867024" y="6077"/>
                  </a:lnTo>
                  <a:lnTo>
                    <a:pt x="2866559" y="7200"/>
                  </a:lnTo>
                  <a:lnTo>
                    <a:pt x="2864700" y="9060"/>
                  </a:lnTo>
                  <a:lnTo>
                    <a:pt x="2863577" y="9524"/>
                  </a:lnTo>
                  <a:close/>
                </a:path>
                <a:path w="2962275" h="9525">
                  <a:moveTo>
                    <a:pt x="2911202" y="9524"/>
                  </a:moveTo>
                  <a:lnTo>
                    <a:pt x="2908572" y="9524"/>
                  </a:lnTo>
                  <a:lnTo>
                    <a:pt x="2907449" y="9060"/>
                  </a:lnTo>
                  <a:lnTo>
                    <a:pt x="2905589" y="7200"/>
                  </a:lnTo>
                  <a:lnTo>
                    <a:pt x="2905124" y="6077"/>
                  </a:lnTo>
                  <a:lnTo>
                    <a:pt x="2905124" y="3447"/>
                  </a:lnTo>
                  <a:lnTo>
                    <a:pt x="2905589" y="2324"/>
                  </a:lnTo>
                  <a:lnTo>
                    <a:pt x="2907449" y="464"/>
                  </a:lnTo>
                  <a:lnTo>
                    <a:pt x="2908572" y="0"/>
                  </a:lnTo>
                  <a:lnTo>
                    <a:pt x="2911202" y="0"/>
                  </a:lnTo>
                  <a:lnTo>
                    <a:pt x="2912325" y="464"/>
                  </a:lnTo>
                  <a:lnTo>
                    <a:pt x="2914184" y="2324"/>
                  </a:lnTo>
                  <a:lnTo>
                    <a:pt x="2914649" y="3447"/>
                  </a:lnTo>
                  <a:lnTo>
                    <a:pt x="2914649" y="6077"/>
                  </a:lnTo>
                  <a:lnTo>
                    <a:pt x="2914184" y="7200"/>
                  </a:lnTo>
                  <a:lnTo>
                    <a:pt x="2912325" y="9060"/>
                  </a:lnTo>
                  <a:lnTo>
                    <a:pt x="2911202" y="9524"/>
                  </a:lnTo>
                  <a:close/>
                </a:path>
                <a:path w="2962275" h="9525">
                  <a:moveTo>
                    <a:pt x="2958827" y="9524"/>
                  </a:moveTo>
                  <a:lnTo>
                    <a:pt x="2956197" y="9524"/>
                  </a:lnTo>
                  <a:lnTo>
                    <a:pt x="2955074" y="9060"/>
                  </a:lnTo>
                  <a:lnTo>
                    <a:pt x="2953214" y="7200"/>
                  </a:lnTo>
                  <a:lnTo>
                    <a:pt x="2952749" y="6077"/>
                  </a:lnTo>
                  <a:lnTo>
                    <a:pt x="2952749" y="3447"/>
                  </a:lnTo>
                  <a:lnTo>
                    <a:pt x="2953214" y="2324"/>
                  </a:lnTo>
                  <a:lnTo>
                    <a:pt x="2955074" y="464"/>
                  </a:lnTo>
                  <a:lnTo>
                    <a:pt x="2956197" y="0"/>
                  </a:lnTo>
                  <a:lnTo>
                    <a:pt x="2958827" y="0"/>
                  </a:lnTo>
                  <a:lnTo>
                    <a:pt x="2959949" y="464"/>
                  </a:lnTo>
                  <a:lnTo>
                    <a:pt x="2961809" y="2324"/>
                  </a:lnTo>
                  <a:lnTo>
                    <a:pt x="2962274" y="3447"/>
                  </a:lnTo>
                  <a:lnTo>
                    <a:pt x="2962274" y="6077"/>
                  </a:lnTo>
                  <a:lnTo>
                    <a:pt x="2961809" y="7200"/>
                  </a:lnTo>
                  <a:lnTo>
                    <a:pt x="2959949" y="9060"/>
                  </a:lnTo>
                  <a:lnTo>
                    <a:pt x="2958827" y="9524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8678594" y="3533874"/>
            <a:ext cx="276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0.0M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9032545" y="2209799"/>
            <a:ext cx="2962275" cy="714375"/>
          </a:xfrm>
          <a:custGeom>
            <a:avLst/>
            <a:gdLst/>
            <a:ahLst/>
            <a:cxnLst/>
            <a:rect l="l" t="t" r="r" b="b"/>
            <a:pathLst>
              <a:path w="2962275" h="714375">
                <a:moveTo>
                  <a:pt x="9525" y="708304"/>
                </a:moveTo>
                <a:lnTo>
                  <a:pt x="9067" y="707186"/>
                </a:lnTo>
                <a:lnTo>
                  <a:pt x="7200" y="705319"/>
                </a:lnTo>
                <a:lnTo>
                  <a:pt x="6083" y="704850"/>
                </a:lnTo>
                <a:lnTo>
                  <a:pt x="3454" y="704850"/>
                </a:lnTo>
                <a:lnTo>
                  <a:pt x="2336" y="705319"/>
                </a:lnTo>
                <a:lnTo>
                  <a:pt x="469" y="707186"/>
                </a:lnTo>
                <a:lnTo>
                  <a:pt x="0" y="708304"/>
                </a:lnTo>
                <a:lnTo>
                  <a:pt x="0" y="710933"/>
                </a:lnTo>
                <a:lnTo>
                  <a:pt x="469" y="712050"/>
                </a:lnTo>
                <a:lnTo>
                  <a:pt x="2336" y="713917"/>
                </a:lnTo>
                <a:lnTo>
                  <a:pt x="3454" y="714375"/>
                </a:lnTo>
                <a:lnTo>
                  <a:pt x="6083" y="714375"/>
                </a:lnTo>
                <a:lnTo>
                  <a:pt x="7200" y="713917"/>
                </a:lnTo>
                <a:lnTo>
                  <a:pt x="9067" y="712050"/>
                </a:lnTo>
                <a:lnTo>
                  <a:pt x="9525" y="710933"/>
                </a:lnTo>
                <a:lnTo>
                  <a:pt x="9525" y="708304"/>
                </a:lnTo>
                <a:close/>
              </a:path>
              <a:path w="2962275" h="714375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2962275" h="714375">
                <a:moveTo>
                  <a:pt x="57150" y="708304"/>
                </a:moveTo>
                <a:lnTo>
                  <a:pt x="56692" y="707186"/>
                </a:lnTo>
                <a:lnTo>
                  <a:pt x="54825" y="705319"/>
                </a:lnTo>
                <a:lnTo>
                  <a:pt x="53708" y="704850"/>
                </a:lnTo>
                <a:lnTo>
                  <a:pt x="51079" y="704850"/>
                </a:lnTo>
                <a:lnTo>
                  <a:pt x="49961" y="705319"/>
                </a:lnTo>
                <a:lnTo>
                  <a:pt x="48094" y="707186"/>
                </a:lnTo>
                <a:lnTo>
                  <a:pt x="47625" y="708304"/>
                </a:lnTo>
                <a:lnTo>
                  <a:pt x="47625" y="710933"/>
                </a:lnTo>
                <a:lnTo>
                  <a:pt x="48094" y="712050"/>
                </a:lnTo>
                <a:lnTo>
                  <a:pt x="49961" y="713917"/>
                </a:lnTo>
                <a:lnTo>
                  <a:pt x="51079" y="714375"/>
                </a:lnTo>
                <a:lnTo>
                  <a:pt x="53708" y="714375"/>
                </a:lnTo>
                <a:lnTo>
                  <a:pt x="54825" y="713917"/>
                </a:lnTo>
                <a:lnTo>
                  <a:pt x="56692" y="712050"/>
                </a:lnTo>
                <a:lnTo>
                  <a:pt x="57150" y="710933"/>
                </a:lnTo>
                <a:lnTo>
                  <a:pt x="57150" y="708304"/>
                </a:lnTo>
                <a:close/>
              </a:path>
              <a:path w="2962275" h="714375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2962275" h="714375">
                <a:moveTo>
                  <a:pt x="104775" y="708304"/>
                </a:moveTo>
                <a:lnTo>
                  <a:pt x="104317" y="707186"/>
                </a:lnTo>
                <a:lnTo>
                  <a:pt x="102450" y="705319"/>
                </a:lnTo>
                <a:lnTo>
                  <a:pt x="101333" y="704850"/>
                </a:lnTo>
                <a:lnTo>
                  <a:pt x="98704" y="704850"/>
                </a:lnTo>
                <a:lnTo>
                  <a:pt x="97586" y="705319"/>
                </a:lnTo>
                <a:lnTo>
                  <a:pt x="95719" y="707186"/>
                </a:lnTo>
                <a:lnTo>
                  <a:pt x="95250" y="708304"/>
                </a:lnTo>
                <a:lnTo>
                  <a:pt x="95250" y="710933"/>
                </a:lnTo>
                <a:lnTo>
                  <a:pt x="95719" y="712050"/>
                </a:lnTo>
                <a:lnTo>
                  <a:pt x="97586" y="713917"/>
                </a:lnTo>
                <a:lnTo>
                  <a:pt x="98704" y="714375"/>
                </a:lnTo>
                <a:lnTo>
                  <a:pt x="101333" y="714375"/>
                </a:lnTo>
                <a:lnTo>
                  <a:pt x="102450" y="713917"/>
                </a:lnTo>
                <a:lnTo>
                  <a:pt x="104317" y="712050"/>
                </a:lnTo>
                <a:lnTo>
                  <a:pt x="104775" y="710933"/>
                </a:lnTo>
                <a:lnTo>
                  <a:pt x="104775" y="708304"/>
                </a:lnTo>
                <a:close/>
              </a:path>
              <a:path w="2962275" h="714375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2962275" h="714375">
                <a:moveTo>
                  <a:pt x="152400" y="708304"/>
                </a:moveTo>
                <a:lnTo>
                  <a:pt x="151942" y="707186"/>
                </a:lnTo>
                <a:lnTo>
                  <a:pt x="150075" y="705319"/>
                </a:lnTo>
                <a:lnTo>
                  <a:pt x="148958" y="704850"/>
                </a:lnTo>
                <a:lnTo>
                  <a:pt x="146329" y="704850"/>
                </a:lnTo>
                <a:lnTo>
                  <a:pt x="145211" y="705319"/>
                </a:lnTo>
                <a:lnTo>
                  <a:pt x="143344" y="707186"/>
                </a:lnTo>
                <a:lnTo>
                  <a:pt x="142875" y="708304"/>
                </a:lnTo>
                <a:lnTo>
                  <a:pt x="142875" y="710933"/>
                </a:lnTo>
                <a:lnTo>
                  <a:pt x="143344" y="712050"/>
                </a:lnTo>
                <a:lnTo>
                  <a:pt x="145211" y="713917"/>
                </a:lnTo>
                <a:lnTo>
                  <a:pt x="146329" y="714375"/>
                </a:lnTo>
                <a:lnTo>
                  <a:pt x="148958" y="714375"/>
                </a:lnTo>
                <a:lnTo>
                  <a:pt x="150075" y="713917"/>
                </a:lnTo>
                <a:lnTo>
                  <a:pt x="151942" y="712050"/>
                </a:lnTo>
                <a:lnTo>
                  <a:pt x="152400" y="710933"/>
                </a:lnTo>
                <a:lnTo>
                  <a:pt x="152400" y="708304"/>
                </a:lnTo>
                <a:close/>
              </a:path>
              <a:path w="2962275" h="714375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2962275" h="714375">
                <a:moveTo>
                  <a:pt x="200025" y="708304"/>
                </a:moveTo>
                <a:lnTo>
                  <a:pt x="199567" y="707186"/>
                </a:lnTo>
                <a:lnTo>
                  <a:pt x="197700" y="705319"/>
                </a:lnTo>
                <a:lnTo>
                  <a:pt x="196583" y="704850"/>
                </a:lnTo>
                <a:lnTo>
                  <a:pt x="193954" y="704850"/>
                </a:lnTo>
                <a:lnTo>
                  <a:pt x="192836" y="705319"/>
                </a:lnTo>
                <a:lnTo>
                  <a:pt x="190969" y="707186"/>
                </a:lnTo>
                <a:lnTo>
                  <a:pt x="190500" y="708304"/>
                </a:lnTo>
                <a:lnTo>
                  <a:pt x="190500" y="710933"/>
                </a:lnTo>
                <a:lnTo>
                  <a:pt x="190969" y="712050"/>
                </a:lnTo>
                <a:lnTo>
                  <a:pt x="192836" y="713917"/>
                </a:lnTo>
                <a:lnTo>
                  <a:pt x="193954" y="714375"/>
                </a:lnTo>
                <a:lnTo>
                  <a:pt x="196583" y="714375"/>
                </a:lnTo>
                <a:lnTo>
                  <a:pt x="197700" y="713917"/>
                </a:lnTo>
                <a:lnTo>
                  <a:pt x="199567" y="712050"/>
                </a:lnTo>
                <a:lnTo>
                  <a:pt x="200025" y="710933"/>
                </a:lnTo>
                <a:lnTo>
                  <a:pt x="200025" y="708304"/>
                </a:lnTo>
                <a:close/>
              </a:path>
              <a:path w="2962275" h="714375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2962275" h="714375">
                <a:moveTo>
                  <a:pt x="247650" y="708304"/>
                </a:moveTo>
                <a:lnTo>
                  <a:pt x="247192" y="707186"/>
                </a:lnTo>
                <a:lnTo>
                  <a:pt x="245325" y="705319"/>
                </a:lnTo>
                <a:lnTo>
                  <a:pt x="244208" y="704850"/>
                </a:lnTo>
                <a:lnTo>
                  <a:pt x="241579" y="704850"/>
                </a:lnTo>
                <a:lnTo>
                  <a:pt x="240461" y="705319"/>
                </a:lnTo>
                <a:lnTo>
                  <a:pt x="238594" y="707186"/>
                </a:lnTo>
                <a:lnTo>
                  <a:pt x="238125" y="708304"/>
                </a:lnTo>
                <a:lnTo>
                  <a:pt x="238125" y="710933"/>
                </a:lnTo>
                <a:lnTo>
                  <a:pt x="238594" y="712050"/>
                </a:lnTo>
                <a:lnTo>
                  <a:pt x="240461" y="713917"/>
                </a:lnTo>
                <a:lnTo>
                  <a:pt x="241579" y="714375"/>
                </a:lnTo>
                <a:lnTo>
                  <a:pt x="244208" y="714375"/>
                </a:lnTo>
                <a:lnTo>
                  <a:pt x="245325" y="713917"/>
                </a:lnTo>
                <a:lnTo>
                  <a:pt x="247192" y="712050"/>
                </a:lnTo>
                <a:lnTo>
                  <a:pt x="247650" y="710933"/>
                </a:lnTo>
                <a:lnTo>
                  <a:pt x="247650" y="708304"/>
                </a:lnTo>
                <a:close/>
              </a:path>
              <a:path w="2962275" h="714375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2962275" h="714375">
                <a:moveTo>
                  <a:pt x="295275" y="708304"/>
                </a:moveTo>
                <a:lnTo>
                  <a:pt x="294817" y="707186"/>
                </a:lnTo>
                <a:lnTo>
                  <a:pt x="292950" y="705319"/>
                </a:lnTo>
                <a:lnTo>
                  <a:pt x="291833" y="704850"/>
                </a:lnTo>
                <a:lnTo>
                  <a:pt x="289204" y="704850"/>
                </a:lnTo>
                <a:lnTo>
                  <a:pt x="288086" y="705319"/>
                </a:lnTo>
                <a:lnTo>
                  <a:pt x="286219" y="707186"/>
                </a:lnTo>
                <a:lnTo>
                  <a:pt x="285750" y="708304"/>
                </a:lnTo>
                <a:lnTo>
                  <a:pt x="285750" y="710933"/>
                </a:lnTo>
                <a:lnTo>
                  <a:pt x="286219" y="712050"/>
                </a:lnTo>
                <a:lnTo>
                  <a:pt x="288086" y="713917"/>
                </a:lnTo>
                <a:lnTo>
                  <a:pt x="289204" y="714375"/>
                </a:lnTo>
                <a:lnTo>
                  <a:pt x="291833" y="714375"/>
                </a:lnTo>
                <a:lnTo>
                  <a:pt x="292950" y="713917"/>
                </a:lnTo>
                <a:lnTo>
                  <a:pt x="294817" y="712050"/>
                </a:lnTo>
                <a:lnTo>
                  <a:pt x="295275" y="710933"/>
                </a:lnTo>
                <a:lnTo>
                  <a:pt x="295275" y="708304"/>
                </a:lnTo>
                <a:close/>
              </a:path>
              <a:path w="2962275" h="714375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2962275" h="714375">
                <a:moveTo>
                  <a:pt x="342900" y="708304"/>
                </a:moveTo>
                <a:lnTo>
                  <a:pt x="342442" y="707186"/>
                </a:lnTo>
                <a:lnTo>
                  <a:pt x="340575" y="705319"/>
                </a:lnTo>
                <a:lnTo>
                  <a:pt x="339458" y="704850"/>
                </a:lnTo>
                <a:lnTo>
                  <a:pt x="336829" y="704850"/>
                </a:lnTo>
                <a:lnTo>
                  <a:pt x="335711" y="705319"/>
                </a:lnTo>
                <a:lnTo>
                  <a:pt x="333844" y="707186"/>
                </a:lnTo>
                <a:lnTo>
                  <a:pt x="333375" y="708304"/>
                </a:lnTo>
                <a:lnTo>
                  <a:pt x="333375" y="710933"/>
                </a:lnTo>
                <a:lnTo>
                  <a:pt x="333844" y="712050"/>
                </a:lnTo>
                <a:lnTo>
                  <a:pt x="335711" y="713917"/>
                </a:lnTo>
                <a:lnTo>
                  <a:pt x="336829" y="714375"/>
                </a:lnTo>
                <a:lnTo>
                  <a:pt x="339458" y="714375"/>
                </a:lnTo>
                <a:lnTo>
                  <a:pt x="340575" y="713917"/>
                </a:lnTo>
                <a:lnTo>
                  <a:pt x="342442" y="712050"/>
                </a:lnTo>
                <a:lnTo>
                  <a:pt x="342900" y="710933"/>
                </a:lnTo>
                <a:lnTo>
                  <a:pt x="342900" y="708304"/>
                </a:lnTo>
                <a:close/>
              </a:path>
              <a:path w="2962275" h="714375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2962275" h="714375">
                <a:moveTo>
                  <a:pt x="390525" y="708304"/>
                </a:moveTo>
                <a:lnTo>
                  <a:pt x="390067" y="707186"/>
                </a:lnTo>
                <a:lnTo>
                  <a:pt x="388200" y="705319"/>
                </a:lnTo>
                <a:lnTo>
                  <a:pt x="387083" y="704850"/>
                </a:lnTo>
                <a:lnTo>
                  <a:pt x="384454" y="704850"/>
                </a:lnTo>
                <a:lnTo>
                  <a:pt x="383336" y="705319"/>
                </a:lnTo>
                <a:lnTo>
                  <a:pt x="381469" y="707186"/>
                </a:lnTo>
                <a:lnTo>
                  <a:pt x="381000" y="708304"/>
                </a:lnTo>
                <a:lnTo>
                  <a:pt x="381000" y="710933"/>
                </a:lnTo>
                <a:lnTo>
                  <a:pt x="381469" y="712050"/>
                </a:lnTo>
                <a:lnTo>
                  <a:pt x="383336" y="713917"/>
                </a:lnTo>
                <a:lnTo>
                  <a:pt x="384454" y="714375"/>
                </a:lnTo>
                <a:lnTo>
                  <a:pt x="387083" y="714375"/>
                </a:lnTo>
                <a:lnTo>
                  <a:pt x="388200" y="713917"/>
                </a:lnTo>
                <a:lnTo>
                  <a:pt x="390067" y="712050"/>
                </a:lnTo>
                <a:lnTo>
                  <a:pt x="390525" y="710933"/>
                </a:lnTo>
                <a:lnTo>
                  <a:pt x="390525" y="708304"/>
                </a:lnTo>
                <a:close/>
              </a:path>
              <a:path w="2962275" h="714375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2962275" h="714375">
                <a:moveTo>
                  <a:pt x="438150" y="708304"/>
                </a:moveTo>
                <a:lnTo>
                  <a:pt x="437692" y="707186"/>
                </a:lnTo>
                <a:lnTo>
                  <a:pt x="435825" y="705319"/>
                </a:lnTo>
                <a:lnTo>
                  <a:pt x="434708" y="704850"/>
                </a:lnTo>
                <a:lnTo>
                  <a:pt x="432079" y="704850"/>
                </a:lnTo>
                <a:lnTo>
                  <a:pt x="430961" y="705319"/>
                </a:lnTo>
                <a:lnTo>
                  <a:pt x="429094" y="707186"/>
                </a:lnTo>
                <a:lnTo>
                  <a:pt x="428625" y="708304"/>
                </a:lnTo>
                <a:lnTo>
                  <a:pt x="428625" y="710933"/>
                </a:lnTo>
                <a:lnTo>
                  <a:pt x="429094" y="712050"/>
                </a:lnTo>
                <a:lnTo>
                  <a:pt x="430961" y="713917"/>
                </a:lnTo>
                <a:lnTo>
                  <a:pt x="432079" y="714375"/>
                </a:lnTo>
                <a:lnTo>
                  <a:pt x="434708" y="714375"/>
                </a:lnTo>
                <a:lnTo>
                  <a:pt x="435825" y="713917"/>
                </a:lnTo>
                <a:lnTo>
                  <a:pt x="437692" y="712050"/>
                </a:lnTo>
                <a:lnTo>
                  <a:pt x="438150" y="710933"/>
                </a:lnTo>
                <a:lnTo>
                  <a:pt x="438150" y="708304"/>
                </a:lnTo>
                <a:close/>
              </a:path>
              <a:path w="2962275" h="714375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2962275" h="714375">
                <a:moveTo>
                  <a:pt x="485775" y="708304"/>
                </a:moveTo>
                <a:lnTo>
                  <a:pt x="485317" y="707186"/>
                </a:lnTo>
                <a:lnTo>
                  <a:pt x="483450" y="705319"/>
                </a:lnTo>
                <a:lnTo>
                  <a:pt x="482333" y="704850"/>
                </a:lnTo>
                <a:lnTo>
                  <a:pt x="479704" y="704850"/>
                </a:lnTo>
                <a:lnTo>
                  <a:pt x="478586" y="705319"/>
                </a:lnTo>
                <a:lnTo>
                  <a:pt x="476719" y="707186"/>
                </a:lnTo>
                <a:lnTo>
                  <a:pt x="476250" y="708304"/>
                </a:lnTo>
                <a:lnTo>
                  <a:pt x="476250" y="710933"/>
                </a:lnTo>
                <a:lnTo>
                  <a:pt x="476719" y="712050"/>
                </a:lnTo>
                <a:lnTo>
                  <a:pt x="478586" y="713917"/>
                </a:lnTo>
                <a:lnTo>
                  <a:pt x="479704" y="714375"/>
                </a:lnTo>
                <a:lnTo>
                  <a:pt x="482333" y="714375"/>
                </a:lnTo>
                <a:lnTo>
                  <a:pt x="483450" y="713917"/>
                </a:lnTo>
                <a:lnTo>
                  <a:pt x="485317" y="712050"/>
                </a:lnTo>
                <a:lnTo>
                  <a:pt x="485775" y="710933"/>
                </a:lnTo>
                <a:lnTo>
                  <a:pt x="485775" y="708304"/>
                </a:lnTo>
                <a:close/>
              </a:path>
              <a:path w="2962275" h="714375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2962275" h="714375">
                <a:moveTo>
                  <a:pt x="533400" y="708304"/>
                </a:moveTo>
                <a:lnTo>
                  <a:pt x="532942" y="707186"/>
                </a:lnTo>
                <a:lnTo>
                  <a:pt x="531075" y="705319"/>
                </a:lnTo>
                <a:lnTo>
                  <a:pt x="529958" y="704850"/>
                </a:lnTo>
                <a:lnTo>
                  <a:pt x="527329" y="704850"/>
                </a:lnTo>
                <a:lnTo>
                  <a:pt x="526211" y="705319"/>
                </a:lnTo>
                <a:lnTo>
                  <a:pt x="524344" y="707186"/>
                </a:lnTo>
                <a:lnTo>
                  <a:pt x="523875" y="708304"/>
                </a:lnTo>
                <a:lnTo>
                  <a:pt x="523875" y="710933"/>
                </a:lnTo>
                <a:lnTo>
                  <a:pt x="524344" y="712050"/>
                </a:lnTo>
                <a:lnTo>
                  <a:pt x="526211" y="713917"/>
                </a:lnTo>
                <a:lnTo>
                  <a:pt x="527329" y="714375"/>
                </a:lnTo>
                <a:lnTo>
                  <a:pt x="529958" y="714375"/>
                </a:lnTo>
                <a:lnTo>
                  <a:pt x="531075" y="713917"/>
                </a:lnTo>
                <a:lnTo>
                  <a:pt x="532942" y="712050"/>
                </a:lnTo>
                <a:lnTo>
                  <a:pt x="533400" y="710933"/>
                </a:lnTo>
                <a:lnTo>
                  <a:pt x="533400" y="708304"/>
                </a:lnTo>
                <a:close/>
              </a:path>
              <a:path w="2962275" h="714375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2962275" h="714375">
                <a:moveTo>
                  <a:pt x="581025" y="708304"/>
                </a:moveTo>
                <a:lnTo>
                  <a:pt x="580567" y="707186"/>
                </a:lnTo>
                <a:lnTo>
                  <a:pt x="578700" y="705319"/>
                </a:lnTo>
                <a:lnTo>
                  <a:pt x="577583" y="704850"/>
                </a:lnTo>
                <a:lnTo>
                  <a:pt x="574954" y="704850"/>
                </a:lnTo>
                <a:lnTo>
                  <a:pt x="573836" y="705319"/>
                </a:lnTo>
                <a:lnTo>
                  <a:pt x="571969" y="707186"/>
                </a:lnTo>
                <a:lnTo>
                  <a:pt x="571500" y="708304"/>
                </a:lnTo>
                <a:lnTo>
                  <a:pt x="571500" y="710933"/>
                </a:lnTo>
                <a:lnTo>
                  <a:pt x="571969" y="712050"/>
                </a:lnTo>
                <a:lnTo>
                  <a:pt x="573836" y="713917"/>
                </a:lnTo>
                <a:lnTo>
                  <a:pt x="574954" y="714375"/>
                </a:lnTo>
                <a:lnTo>
                  <a:pt x="577583" y="714375"/>
                </a:lnTo>
                <a:lnTo>
                  <a:pt x="578700" y="713917"/>
                </a:lnTo>
                <a:lnTo>
                  <a:pt x="580567" y="712050"/>
                </a:lnTo>
                <a:lnTo>
                  <a:pt x="581025" y="710933"/>
                </a:lnTo>
                <a:lnTo>
                  <a:pt x="581025" y="708304"/>
                </a:lnTo>
                <a:close/>
              </a:path>
              <a:path w="2962275" h="714375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2962275" h="714375">
                <a:moveTo>
                  <a:pt x="628650" y="708304"/>
                </a:moveTo>
                <a:lnTo>
                  <a:pt x="628192" y="707186"/>
                </a:lnTo>
                <a:lnTo>
                  <a:pt x="626325" y="705319"/>
                </a:lnTo>
                <a:lnTo>
                  <a:pt x="625208" y="704850"/>
                </a:lnTo>
                <a:lnTo>
                  <a:pt x="622579" y="704850"/>
                </a:lnTo>
                <a:lnTo>
                  <a:pt x="621461" y="705319"/>
                </a:lnTo>
                <a:lnTo>
                  <a:pt x="619594" y="707186"/>
                </a:lnTo>
                <a:lnTo>
                  <a:pt x="619125" y="708304"/>
                </a:lnTo>
                <a:lnTo>
                  <a:pt x="619125" y="710933"/>
                </a:lnTo>
                <a:lnTo>
                  <a:pt x="619594" y="712050"/>
                </a:lnTo>
                <a:lnTo>
                  <a:pt x="621461" y="713917"/>
                </a:lnTo>
                <a:lnTo>
                  <a:pt x="622579" y="714375"/>
                </a:lnTo>
                <a:lnTo>
                  <a:pt x="625208" y="714375"/>
                </a:lnTo>
                <a:lnTo>
                  <a:pt x="626325" y="713917"/>
                </a:lnTo>
                <a:lnTo>
                  <a:pt x="628192" y="712050"/>
                </a:lnTo>
                <a:lnTo>
                  <a:pt x="628650" y="710933"/>
                </a:lnTo>
                <a:lnTo>
                  <a:pt x="628650" y="708304"/>
                </a:lnTo>
                <a:close/>
              </a:path>
              <a:path w="2962275" h="714375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2962275" h="714375">
                <a:moveTo>
                  <a:pt x="676275" y="708304"/>
                </a:moveTo>
                <a:lnTo>
                  <a:pt x="675817" y="707186"/>
                </a:lnTo>
                <a:lnTo>
                  <a:pt x="673950" y="705319"/>
                </a:lnTo>
                <a:lnTo>
                  <a:pt x="672833" y="704850"/>
                </a:lnTo>
                <a:lnTo>
                  <a:pt x="670204" y="704850"/>
                </a:lnTo>
                <a:lnTo>
                  <a:pt x="669086" y="705319"/>
                </a:lnTo>
                <a:lnTo>
                  <a:pt x="667219" y="707186"/>
                </a:lnTo>
                <a:lnTo>
                  <a:pt x="666750" y="708304"/>
                </a:lnTo>
                <a:lnTo>
                  <a:pt x="666750" y="710933"/>
                </a:lnTo>
                <a:lnTo>
                  <a:pt x="667219" y="712050"/>
                </a:lnTo>
                <a:lnTo>
                  <a:pt x="669086" y="713917"/>
                </a:lnTo>
                <a:lnTo>
                  <a:pt x="670204" y="714375"/>
                </a:lnTo>
                <a:lnTo>
                  <a:pt x="672833" y="714375"/>
                </a:lnTo>
                <a:lnTo>
                  <a:pt x="673950" y="713917"/>
                </a:lnTo>
                <a:lnTo>
                  <a:pt x="675817" y="712050"/>
                </a:lnTo>
                <a:lnTo>
                  <a:pt x="676275" y="710933"/>
                </a:lnTo>
                <a:lnTo>
                  <a:pt x="676275" y="708304"/>
                </a:lnTo>
                <a:close/>
              </a:path>
              <a:path w="2962275" h="714375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2962275" h="714375">
                <a:moveTo>
                  <a:pt x="723900" y="708304"/>
                </a:moveTo>
                <a:lnTo>
                  <a:pt x="723442" y="707186"/>
                </a:lnTo>
                <a:lnTo>
                  <a:pt x="721575" y="705319"/>
                </a:lnTo>
                <a:lnTo>
                  <a:pt x="720458" y="704850"/>
                </a:lnTo>
                <a:lnTo>
                  <a:pt x="717829" y="704850"/>
                </a:lnTo>
                <a:lnTo>
                  <a:pt x="716711" y="705319"/>
                </a:lnTo>
                <a:lnTo>
                  <a:pt x="714844" y="707186"/>
                </a:lnTo>
                <a:lnTo>
                  <a:pt x="714375" y="708304"/>
                </a:lnTo>
                <a:lnTo>
                  <a:pt x="714375" y="710933"/>
                </a:lnTo>
                <a:lnTo>
                  <a:pt x="714844" y="712050"/>
                </a:lnTo>
                <a:lnTo>
                  <a:pt x="716711" y="713917"/>
                </a:lnTo>
                <a:lnTo>
                  <a:pt x="717829" y="714375"/>
                </a:lnTo>
                <a:lnTo>
                  <a:pt x="720458" y="714375"/>
                </a:lnTo>
                <a:lnTo>
                  <a:pt x="721575" y="713917"/>
                </a:lnTo>
                <a:lnTo>
                  <a:pt x="723442" y="712050"/>
                </a:lnTo>
                <a:lnTo>
                  <a:pt x="723900" y="710933"/>
                </a:lnTo>
                <a:lnTo>
                  <a:pt x="723900" y="708304"/>
                </a:lnTo>
                <a:close/>
              </a:path>
              <a:path w="2962275" h="714375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2962275" h="714375">
                <a:moveTo>
                  <a:pt x="771525" y="708304"/>
                </a:moveTo>
                <a:lnTo>
                  <a:pt x="771067" y="707186"/>
                </a:lnTo>
                <a:lnTo>
                  <a:pt x="769200" y="705319"/>
                </a:lnTo>
                <a:lnTo>
                  <a:pt x="768083" y="704850"/>
                </a:lnTo>
                <a:lnTo>
                  <a:pt x="765454" y="704850"/>
                </a:lnTo>
                <a:lnTo>
                  <a:pt x="764336" y="705319"/>
                </a:lnTo>
                <a:lnTo>
                  <a:pt x="762469" y="707186"/>
                </a:lnTo>
                <a:lnTo>
                  <a:pt x="762000" y="708304"/>
                </a:lnTo>
                <a:lnTo>
                  <a:pt x="762000" y="710933"/>
                </a:lnTo>
                <a:lnTo>
                  <a:pt x="762469" y="712050"/>
                </a:lnTo>
                <a:lnTo>
                  <a:pt x="764336" y="713917"/>
                </a:lnTo>
                <a:lnTo>
                  <a:pt x="765454" y="714375"/>
                </a:lnTo>
                <a:lnTo>
                  <a:pt x="768083" y="714375"/>
                </a:lnTo>
                <a:lnTo>
                  <a:pt x="769200" y="713917"/>
                </a:lnTo>
                <a:lnTo>
                  <a:pt x="771067" y="712050"/>
                </a:lnTo>
                <a:lnTo>
                  <a:pt x="771525" y="710933"/>
                </a:lnTo>
                <a:lnTo>
                  <a:pt x="771525" y="708304"/>
                </a:lnTo>
                <a:close/>
              </a:path>
              <a:path w="2962275" h="714375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2962275" h="714375">
                <a:moveTo>
                  <a:pt x="819150" y="708304"/>
                </a:moveTo>
                <a:lnTo>
                  <a:pt x="818692" y="707186"/>
                </a:lnTo>
                <a:lnTo>
                  <a:pt x="816825" y="705319"/>
                </a:lnTo>
                <a:lnTo>
                  <a:pt x="815708" y="704850"/>
                </a:lnTo>
                <a:lnTo>
                  <a:pt x="813079" y="704850"/>
                </a:lnTo>
                <a:lnTo>
                  <a:pt x="811961" y="705319"/>
                </a:lnTo>
                <a:lnTo>
                  <a:pt x="810094" y="707186"/>
                </a:lnTo>
                <a:lnTo>
                  <a:pt x="809625" y="708304"/>
                </a:lnTo>
                <a:lnTo>
                  <a:pt x="809625" y="710933"/>
                </a:lnTo>
                <a:lnTo>
                  <a:pt x="810094" y="712050"/>
                </a:lnTo>
                <a:lnTo>
                  <a:pt x="811961" y="713917"/>
                </a:lnTo>
                <a:lnTo>
                  <a:pt x="813079" y="714375"/>
                </a:lnTo>
                <a:lnTo>
                  <a:pt x="815708" y="714375"/>
                </a:lnTo>
                <a:lnTo>
                  <a:pt x="816825" y="713917"/>
                </a:lnTo>
                <a:lnTo>
                  <a:pt x="818692" y="712050"/>
                </a:lnTo>
                <a:lnTo>
                  <a:pt x="819150" y="710933"/>
                </a:lnTo>
                <a:lnTo>
                  <a:pt x="819150" y="708304"/>
                </a:lnTo>
                <a:close/>
              </a:path>
              <a:path w="2962275" h="714375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2962275" h="714375">
                <a:moveTo>
                  <a:pt x="866775" y="708304"/>
                </a:moveTo>
                <a:lnTo>
                  <a:pt x="866317" y="707186"/>
                </a:lnTo>
                <a:lnTo>
                  <a:pt x="864450" y="705319"/>
                </a:lnTo>
                <a:lnTo>
                  <a:pt x="863333" y="704850"/>
                </a:lnTo>
                <a:lnTo>
                  <a:pt x="860704" y="704850"/>
                </a:lnTo>
                <a:lnTo>
                  <a:pt x="859586" y="705319"/>
                </a:lnTo>
                <a:lnTo>
                  <a:pt x="857719" y="707186"/>
                </a:lnTo>
                <a:lnTo>
                  <a:pt x="857250" y="708304"/>
                </a:lnTo>
                <a:lnTo>
                  <a:pt x="857250" y="710933"/>
                </a:lnTo>
                <a:lnTo>
                  <a:pt x="857719" y="712050"/>
                </a:lnTo>
                <a:lnTo>
                  <a:pt x="859586" y="713917"/>
                </a:lnTo>
                <a:lnTo>
                  <a:pt x="860704" y="714375"/>
                </a:lnTo>
                <a:lnTo>
                  <a:pt x="863333" y="714375"/>
                </a:lnTo>
                <a:lnTo>
                  <a:pt x="864450" y="713917"/>
                </a:lnTo>
                <a:lnTo>
                  <a:pt x="866317" y="712050"/>
                </a:lnTo>
                <a:lnTo>
                  <a:pt x="866775" y="710933"/>
                </a:lnTo>
                <a:lnTo>
                  <a:pt x="866775" y="708304"/>
                </a:lnTo>
                <a:close/>
              </a:path>
              <a:path w="2962275" h="714375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2962275" h="714375">
                <a:moveTo>
                  <a:pt x="914400" y="708304"/>
                </a:moveTo>
                <a:lnTo>
                  <a:pt x="913942" y="707186"/>
                </a:lnTo>
                <a:lnTo>
                  <a:pt x="912075" y="705319"/>
                </a:lnTo>
                <a:lnTo>
                  <a:pt x="910958" y="704850"/>
                </a:lnTo>
                <a:lnTo>
                  <a:pt x="908329" y="704850"/>
                </a:lnTo>
                <a:lnTo>
                  <a:pt x="907211" y="705319"/>
                </a:lnTo>
                <a:lnTo>
                  <a:pt x="905344" y="707186"/>
                </a:lnTo>
                <a:lnTo>
                  <a:pt x="904875" y="708304"/>
                </a:lnTo>
                <a:lnTo>
                  <a:pt x="904875" y="710933"/>
                </a:lnTo>
                <a:lnTo>
                  <a:pt x="905344" y="712050"/>
                </a:lnTo>
                <a:lnTo>
                  <a:pt x="907211" y="713917"/>
                </a:lnTo>
                <a:lnTo>
                  <a:pt x="908329" y="714375"/>
                </a:lnTo>
                <a:lnTo>
                  <a:pt x="910958" y="714375"/>
                </a:lnTo>
                <a:lnTo>
                  <a:pt x="912075" y="713917"/>
                </a:lnTo>
                <a:lnTo>
                  <a:pt x="913942" y="712050"/>
                </a:lnTo>
                <a:lnTo>
                  <a:pt x="914400" y="710933"/>
                </a:lnTo>
                <a:lnTo>
                  <a:pt x="914400" y="708304"/>
                </a:lnTo>
                <a:close/>
              </a:path>
              <a:path w="2962275" h="714375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2962275" h="714375">
                <a:moveTo>
                  <a:pt x="962025" y="708304"/>
                </a:moveTo>
                <a:lnTo>
                  <a:pt x="961567" y="707186"/>
                </a:lnTo>
                <a:lnTo>
                  <a:pt x="959700" y="705319"/>
                </a:lnTo>
                <a:lnTo>
                  <a:pt x="958583" y="704850"/>
                </a:lnTo>
                <a:lnTo>
                  <a:pt x="955954" y="704850"/>
                </a:lnTo>
                <a:lnTo>
                  <a:pt x="954836" y="705319"/>
                </a:lnTo>
                <a:lnTo>
                  <a:pt x="952969" y="707186"/>
                </a:lnTo>
                <a:lnTo>
                  <a:pt x="952500" y="708304"/>
                </a:lnTo>
                <a:lnTo>
                  <a:pt x="952500" y="710933"/>
                </a:lnTo>
                <a:lnTo>
                  <a:pt x="952969" y="712050"/>
                </a:lnTo>
                <a:lnTo>
                  <a:pt x="954836" y="713917"/>
                </a:lnTo>
                <a:lnTo>
                  <a:pt x="955954" y="714375"/>
                </a:lnTo>
                <a:lnTo>
                  <a:pt x="958583" y="714375"/>
                </a:lnTo>
                <a:lnTo>
                  <a:pt x="959700" y="713917"/>
                </a:lnTo>
                <a:lnTo>
                  <a:pt x="961567" y="712050"/>
                </a:lnTo>
                <a:lnTo>
                  <a:pt x="962025" y="710933"/>
                </a:lnTo>
                <a:lnTo>
                  <a:pt x="962025" y="708304"/>
                </a:lnTo>
                <a:close/>
              </a:path>
              <a:path w="2962275" h="714375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2962275" h="714375">
                <a:moveTo>
                  <a:pt x="1009650" y="708304"/>
                </a:moveTo>
                <a:lnTo>
                  <a:pt x="1009192" y="707186"/>
                </a:lnTo>
                <a:lnTo>
                  <a:pt x="1007325" y="705319"/>
                </a:lnTo>
                <a:lnTo>
                  <a:pt x="1006208" y="704850"/>
                </a:lnTo>
                <a:lnTo>
                  <a:pt x="1003579" y="704850"/>
                </a:lnTo>
                <a:lnTo>
                  <a:pt x="1002461" y="705319"/>
                </a:lnTo>
                <a:lnTo>
                  <a:pt x="1000594" y="707186"/>
                </a:lnTo>
                <a:lnTo>
                  <a:pt x="1000125" y="708304"/>
                </a:lnTo>
                <a:lnTo>
                  <a:pt x="1000125" y="710933"/>
                </a:lnTo>
                <a:lnTo>
                  <a:pt x="1000594" y="712050"/>
                </a:lnTo>
                <a:lnTo>
                  <a:pt x="1002461" y="713917"/>
                </a:lnTo>
                <a:lnTo>
                  <a:pt x="1003579" y="714375"/>
                </a:lnTo>
                <a:lnTo>
                  <a:pt x="1006208" y="714375"/>
                </a:lnTo>
                <a:lnTo>
                  <a:pt x="1007325" y="713917"/>
                </a:lnTo>
                <a:lnTo>
                  <a:pt x="1009192" y="712050"/>
                </a:lnTo>
                <a:lnTo>
                  <a:pt x="1009650" y="710933"/>
                </a:lnTo>
                <a:lnTo>
                  <a:pt x="1009650" y="708304"/>
                </a:lnTo>
                <a:close/>
              </a:path>
              <a:path w="2962275" h="714375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2962275" h="714375">
                <a:moveTo>
                  <a:pt x="1057275" y="708304"/>
                </a:moveTo>
                <a:lnTo>
                  <a:pt x="1056817" y="707186"/>
                </a:lnTo>
                <a:lnTo>
                  <a:pt x="1054950" y="705319"/>
                </a:lnTo>
                <a:lnTo>
                  <a:pt x="1053833" y="704850"/>
                </a:lnTo>
                <a:lnTo>
                  <a:pt x="1051204" y="704850"/>
                </a:lnTo>
                <a:lnTo>
                  <a:pt x="1050086" y="705319"/>
                </a:lnTo>
                <a:lnTo>
                  <a:pt x="1048219" y="707186"/>
                </a:lnTo>
                <a:lnTo>
                  <a:pt x="1047750" y="708304"/>
                </a:lnTo>
                <a:lnTo>
                  <a:pt x="1047750" y="710933"/>
                </a:lnTo>
                <a:lnTo>
                  <a:pt x="1048219" y="712050"/>
                </a:lnTo>
                <a:lnTo>
                  <a:pt x="1050086" y="713917"/>
                </a:lnTo>
                <a:lnTo>
                  <a:pt x="1051204" y="714375"/>
                </a:lnTo>
                <a:lnTo>
                  <a:pt x="1053833" y="714375"/>
                </a:lnTo>
                <a:lnTo>
                  <a:pt x="1054950" y="713917"/>
                </a:lnTo>
                <a:lnTo>
                  <a:pt x="1056817" y="712050"/>
                </a:lnTo>
                <a:lnTo>
                  <a:pt x="1057275" y="710933"/>
                </a:lnTo>
                <a:lnTo>
                  <a:pt x="1057275" y="708304"/>
                </a:lnTo>
                <a:close/>
              </a:path>
              <a:path w="2962275" h="714375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2962275" h="714375">
                <a:moveTo>
                  <a:pt x="1104900" y="708304"/>
                </a:moveTo>
                <a:lnTo>
                  <a:pt x="1104442" y="707186"/>
                </a:lnTo>
                <a:lnTo>
                  <a:pt x="1102575" y="705319"/>
                </a:lnTo>
                <a:lnTo>
                  <a:pt x="1101458" y="704850"/>
                </a:lnTo>
                <a:lnTo>
                  <a:pt x="1098829" y="704850"/>
                </a:lnTo>
                <a:lnTo>
                  <a:pt x="1097711" y="705319"/>
                </a:lnTo>
                <a:lnTo>
                  <a:pt x="1095844" y="707186"/>
                </a:lnTo>
                <a:lnTo>
                  <a:pt x="1095375" y="708304"/>
                </a:lnTo>
                <a:lnTo>
                  <a:pt x="1095375" y="710933"/>
                </a:lnTo>
                <a:lnTo>
                  <a:pt x="1095844" y="712050"/>
                </a:lnTo>
                <a:lnTo>
                  <a:pt x="1097711" y="713917"/>
                </a:lnTo>
                <a:lnTo>
                  <a:pt x="1098829" y="714375"/>
                </a:lnTo>
                <a:lnTo>
                  <a:pt x="1101458" y="714375"/>
                </a:lnTo>
                <a:lnTo>
                  <a:pt x="1102575" y="713917"/>
                </a:lnTo>
                <a:lnTo>
                  <a:pt x="1104442" y="712050"/>
                </a:lnTo>
                <a:lnTo>
                  <a:pt x="1104900" y="710933"/>
                </a:lnTo>
                <a:lnTo>
                  <a:pt x="1104900" y="708304"/>
                </a:lnTo>
                <a:close/>
              </a:path>
              <a:path w="2962275" h="714375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2962275" h="714375">
                <a:moveTo>
                  <a:pt x="1152525" y="708304"/>
                </a:moveTo>
                <a:lnTo>
                  <a:pt x="1152067" y="707186"/>
                </a:lnTo>
                <a:lnTo>
                  <a:pt x="1150200" y="705319"/>
                </a:lnTo>
                <a:lnTo>
                  <a:pt x="1149083" y="704850"/>
                </a:lnTo>
                <a:lnTo>
                  <a:pt x="1146454" y="704850"/>
                </a:lnTo>
                <a:lnTo>
                  <a:pt x="1145336" y="705319"/>
                </a:lnTo>
                <a:lnTo>
                  <a:pt x="1143469" y="707186"/>
                </a:lnTo>
                <a:lnTo>
                  <a:pt x="1143000" y="708304"/>
                </a:lnTo>
                <a:lnTo>
                  <a:pt x="1143000" y="710933"/>
                </a:lnTo>
                <a:lnTo>
                  <a:pt x="1143469" y="712050"/>
                </a:lnTo>
                <a:lnTo>
                  <a:pt x="1145336" y="713917"/>
                </a:lnTo>
                <a:lnTo>
                  <a:pt x="1146454" y="714375"/>
                </a:lnTo>
                <a:lnTo>
                  <a:pt x="1149083" y="714375"/>
                </a:lnTo>
                <a:lnTo>
                  <a:pt x="1150200" y="713917"/>
                </a:lnTo>
                <a:lnTo>
                  <a:pt x="1152067" y="712050"/>
                </a:lnTo>
                <a:lnTo>
                  <a:pt x="1152525" y="710933"/>
                </a:lnTo>
                <a:lnTo>
                  <a:pt x="1152525" y="708304"/>
                </a:lnTo>
                <a:close/>
              </a:path>
              <a:path w="2962275" h="714375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2962275" h="714375">
                <a:moveTo>
                  <a:pt x="1200150" y="708304"/>
                </a:moveTo>
                <a:lnTo>
                  <a:pt x="1199692" y="707186"/>
                </a:lnTo>
                <a:lnTo>
                  <a:pt x="1197825" y="705319"/>
                </a:lnTo>
                <a:lnTo>
                  <a:pt x="1196708" y="704850"/>
                </a:lnTo>
                <a:lnTo>
                  <a:pt x="1194079" y="704850"/>
                </a:lnTo>
                <a:lnTo>
                  <a:pt x="1192961" y="705319"/>
                </a:lnTo>
                <a:lnTo>
                  <a:pt x="1191094" y="707186"/>
                </a:lnTo>
                <a:lnTo>
                  <a:pt x="1190625" y="708304"/>
                </a:lnTo>
                <a:lnTo>
                  <a:pt x="1190625" y="710933"/>
                </a:lnTo>
                <a:lnTo>
                  <a:pt x="1191094" y="712050"/>
                </a:lnTo>
                <a:lnTo>
                  <a:pt x="1192961" y="713917"/>
                </a:lnTo>
                <a:lnTo>
                  <a:pt x="1194079" y="714375"/>
                </a:lnTo>
                <a:lnTo>
                  <a:pt x="1196708" y="714375"/>
                </a:lnTo>
                <a:lnTo>
                  <a:pt x="1197825" y="713917"/>
                </a:lnTo>
                <a:lnTo>
                  <a:pt x="1199692" y="712050"/>
                </a:lnTo>
                <a:lnTo>
                  <a:pt x="1200150" y="710933"/>
                </a:lnTo>
                <a:lnTo>
                  <a:pt x="1200150" y="708304"/>
                </a:lnTo>
                <a:close/>
              </a:path>
              <a:path w="2962275" h="714375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2962275" h="714375">
                <a:moveTo>
                  <a:pt x="1247775" y="708304"/>
                </a:moveTo>
                <a:lnTo>
                  <a:pt x="1247317" y="707186"/>
                </a:lnTo>
                <a:lnTo>
                  <a:pt x="1245450" y="705319"/>
                </a:lnTo>
                <a:lnTo>
                  <a:pt x="1244333" y="704850"/>
                </a:lnTo>
                <a:lnTo>
                  <a:pt x="1241704" y="704850"/>
                </a:lnTo>
                <a:lnTo>
                  <a:pt x="1240586" y="705319"/>
                </a:lnTo>
                <a:lnTo>
                  <a:pt x="1238719" y="707186"/>
                </a:lnTo>
                <a:lnTo>
                  <a:pt x="1238250" y="708304"/>
                </a:lnTo>
                <a:lnTo>
                  <a:pt x="1238250" y="710933"/>
                </a:lnTo>
                <a:lnTo>
                  <a:pt x="1238719" y="712050"/>
                </a:lnTo>
                <a:lnTo>
                  <a:pt x="1240586" y="713917"/>
                </a:lnTo>
                <a:lnTo>
                  <a:pt x="1241704" y="714375"/>
                </a:lnTo>
                <a:lnTo>
                  <a:pt x="1244333" y="714375"/>
                </a:lnTo>
                <a:lnTo>
                  <a:pt x="1245450" y="713917"/>
                </a:lnTo>
                <a:lnTo>
                  <a:pt x="1247317" y="712050"/>
                </a:lnTo>
                <a:lnTo>
                  <a:pt x="1247775" y="710933"/>
                </a:lnTo>
                <a:lnTo>
                  <a:pt x="1247775" y="708304"/>
                </a:lnTo>
                <a:close/>
              </a:path>
              <a:path w="2962275" h="714375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2962275" h="714375">
                <a:moveTo>
                  <a:pt x="1295400" y="708304"/>
                </a:moveTo>
                <a:lnTo>
                  <a:pt x="1294942" y="707186"/>
                </a:lnTo>
                <a:lnTo>
                  <a:pt x="1293075" y="705319"/>
                </a:lnTo>
                <a:lnTo>
                  <a:pt x="1291958" y="704850"/>
                </a:lnTo>
                <a:lnTo>
                  <a:pt x="1289329" y="704850"/>
                </a:lnTo>
                <a:lnTo>
                  <a:pt x="1288211" y="705319"/>
                </a:lnTo>
                <a:lnTo>
                  <a:pt x="1286344" y="707186"/>
                </a:lnTo>
                <a:lnTo>
                  <a:pt x="1285875" y="708304"/>
                </a:lnTo>
                <a:lnTo>
                  <a:pt x="1285875" y="710933"/>
                </a:lnTo>
                <a:lnTo>
                  <a:pt x="1286344" y="712050"/>
                </a:lnTo>
                <a:lnTo>
                  <a:pt x="1288211" y="713917"/>
                </a:lnTo>
                <a:lnTo>
                  <a:pt x="1289329" y="714375"/>
                </a:lnTo>
                <a:lnTo>
                  <a:pt x="1291958" y="714375"/>
                </a:lnTo>
                <a:lnTo>
                  <a:pt x="1293075" y="713917"/>
                </a:lnTo>
                <a:lnTo>
                  <a:pt x="1294942" y="712050"/>
                </a:lnTo>
                <a:lnTo>
                  <a:pt x="1295400" y="710933"/>
                </a:lnTo>
                <a:lnTo>
                  <a:pt x="1295400" y="708304"/>
                </a:lnTo>
                <a:close/>
              </a:path>
              <a:path w="2962275" h="714375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2962275" h="714375">
                <a:moveTo>
                  <a:pt x="1343025" y="708304"/>
                </a:moveTo>
                <a:lnTo>
                  <a:pt x="1342567" y="707186"/>
                </a:lnTo>
                <a:lnTo>
                  <a:pt x="1340700" y="705319"/>
                </a:lnTo>
                <a:lnTo>
                  <a:pt x="1339583" y="704850"/>
                </a:lnTo>
                <a:lnTo>
                  <a:pt x="1336954" y="704850"/>
                </a:lnTo>
                <a:lnTo>
                  <a:pt x="1335836" y="705319"/>
                </a:lnTo>
                <a:lnTo>
                  <a:pt x="1333969" y="707186"/>
                </a:lnTo>
                <a:lnTo>
                  <a:pt x="1333500" y="708304"/>
                </a:lnTo>
                <a:lnTo>
                  <a:pt x="1333500" y="710933"/>
                </a:lnTo>
                <a:lnTo>
                  <a:pt x="1333969" y="712050"/>
                </a:lnTo>
                <a:lnTo>
                  <a:pt x="1335836" y="713917"/>
                </a:lnTo>
                <a:lnTo>
                  <a:pt x="1336954" y="714375"/>
                </a:lnTo>
                <a:lnTo>
                  <a:pt x="1339583" y="714375"/>
                </a:lnTo>
                <a:lnTo>
                  <a:pt x="1340700" y="713917"/>
                </a:lnTo>
                <a:lnTo>
                  <a:pt x="1342567" y="712050"/>
                </a:lnTo>
                <a:lnTo>
                  <a:pt x="1343025" y="710933"/>
                </a:lnTo>
                <a:lnTo>
                  <a:pt x="1343025" y="708304"/>
                </a:lnTo>
                <a:close/>
              </a:path>
              <a:path w="2962275" h="714375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2962275" h="714375">
                <a:moveTo>
                  <a:pt x="1390650" y="708304"/>
                </a:moveTo>
                <a:lnTo>
                  <a:pt x="1390192" y="707186"/>
                </a:lnTo>
                <a:lnTo>
                  <a:pt x="1388325" y="705319"/>
                </a:lnTo>
                <a:lnTo>
                  <a:pt x="1387208" y="704850"/>
                </a:lnTo>
                <a:lnTo>
                  <a:pt x="1384579" y="704850"/>
                </a:lnTo>
                <a:lnTo>
                  <a:pt x="1383461" y="705319"/>
                </a:lnTo>
                <a:lnTo>
                  <a:pt x="1381594" y="707186"/>
                </a:lnTo>
                <a:lnTo>
                  <a:pt x="1381125" y="708304"/>
                </a:lnTo>
                <a:lnTo>
                  <a:pt x="1381125" y="710933"/>
                </a:lnTo>
                <a:lnTo>
                  <a:pt x="1381594" y="712050"/>
                </a:lnTo>
                <a:lnTo>
                  <a:pt x="1383461" y="713917"/>
                </a:lnTo>
                <a:lnTo>
                  <a:pt x="1384579" y="714375"/>
                </a:lnTo>
                <a:lnTo>
                  <a:pt x="1387208" y="714375"/>
                </a:lnTo>
                <a:lnTo>
                  <a:pt x="1388325" y="713917"/>
                </a:lnTo>
                <a:lnTo>
                  <a:pt x="1390192" y="712050"/>
                </a:lnTo>
                <a:lnTo>
                  <a:pt x="1390650" y="710933"/>
                </a:lnTo>
                <a:lnTo>
                  <a:pt x="1390650" y="708304"/>
                </a:lnTo>
                <a:close/>
              </a:path>
              <a:path w="2962275" h="714375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2962275" h="714375">
                <a:moveTo>
                  <a:pt x="1438275" y="708304"/>
                </a:moveTo>
                <a:lnTo>
                  <a:pt x="1437817" y="707186"/>
                </a:lnTo>
                <a:lnTo>
                  <a:pt x="1435950" y="705319"/>
                </a:lnTo>
                <a:lnTo>
                  <a:pt x="1434833" y="704850"/>
                </a:lnTo>
                <a:lnTo>
                  <a:pt x="1432204" y="704850"/>
                </a:lnTo>
                <a:lnTo>
                  <a:pt x="1431086" y="705319"/>
                </a:lnTo>
                <a:lnTo>
                  <a:pt x="1429219" y="707186"/>
                </a:lnTo>
                <a:lnTo>
                  <a:pt x="1428750" y="708304"/>
                </a:lnTo>
                <a:lnTo>
                  <a:pt x="1428750" y="710933"/>
                </a:lnTo>
                <a:lnTo>
                  <a:pt x="1429219" y="712050"/>
                </a:lnTo>
                <a:lnTo>
                  <a:pt x="1431086" y="713917"/>
                </a:lnTo>
                <a:lnTo>
                  <a:pt x="1432204" y="714375"/>
                </a:lnTo>
                <a:lnTo>
                  <a:pt x="1434833" y="714375"/>
                </a:lnTo>
                <a:lnTo>
                  <a:pt x="1435950" y="713917"/>
                </a:lnTo>
                <a:lnTo>
                  <a:pt x="1437817" y="712050"/>
                </a:lnTo>
                <a:lnTo>
                  <a:pt x="1438275" y="710933"/>
                </a:lnTo>
                <a:lnTo>
                  <a:pt x="1438275" y="708304"/>
                </a:lnTo>
                <a:close/>
              </a:path>
              <a:path w="2962275" h="714375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2962275" h="714375">
                <a:moveTo>
                  <a:pt x="1485900" y="708304"/>
                </a:moveTo>
                <a:lnTo>
                  <a:pt x="1485442" y="707186"/>
                </a:lnTo>
                <a:lnTo>
                  <a:pt x="1483575" y="705319"/>
                </a:lnTo>
                <a:lnTo>
                  <a:pt x="1482458" y="704850"/>
                </a:lnTo>
                <a:lnTo>
                  <a:pt x="1479829" y="704850"/>
                </a:lnTo>
                <a:lnTo>
                  <a:pt x="1478711" y="705319"/>
                </a:lnTo>
                <a:lnTo>
                  <a:pt x="1476844" y="707186"/>
                </a:lnTo>
                <a:lnTo>
                  <a:pt x="1476375" y="708304"/>
                </a:lnTo>
                <a:lnTo>
                  <a:pt x="1476375" y="710933"/>
                </a:lnTo>
                <a:lnTo>
                  <a:pt x="1476844" y="712050"/>
                </a:lnTo>
                <a:lnTo>
                  <a:pt x="1478711" y="713917"/>
                </a:lnTo>
                <a:lnTo>
                  <a:pt x="1479829" y="714375"/>
                </a:lnTo>
                <a:lnTo>
                  <a:pt x="1482458" y="714375"/>
                </a:lnTo>
                <a:lnTo>
                  <a:pt x="1483575" y="713917"/>
                </a:lnTo>
                <a:lnTo>
                  <a:pt x="1485442" y="712050"/>
                </a:lnTo>
                <a:lnTo>
                  <a:pt x="1485900" y="710933"/>
                </a:lnTo>
                <a:lnTo>
                  <a:pt x="1485900" y="708304"/>
                </a:lnTo>
                <a:close/>
              </a:path>
              <a:path w="2962275" h="714375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2962275" h="714375">
                <a:moveTo>
                  <a:pt x="1533525" y="708304"/>
                </a:moveTo>
                <a:lnTo>
                  <a:pt x="1533067" y="707186"/>
                </a:lnTo>
                <a:lnTo>
                  <a:pt x="1531200" y="705319"/>
                </a:lnTo>
                <a:lnTo>
                  <a:pt x="1530083" y="704850"/>
                </a:lnTo>
                <a:lnTo>
                  <a:pt x="1527454" y="704850"/>
                </a:lnTo>
                <a:lnTo>
                  <a:pt x="1526336" y="705319"/>
                </a:lnTo>
                <a:lnTo>
                  <a:pt x="1524469" y="707186"/>
                </a:lnTo>
                <a:lnTo>
                  <a:pt x="1524000" y="708304"/>
                </a:lnTo>
                <a:lnTo>
                  <a:pt x="1524000" y="710933"/>
                </a:lnTo>
                <a:lnTo>
                  <a:pt x="1524469" y="712050"/>
                </a:lnTo>
                <a:lnTo>
                  <a:pt x="1526336" y="713917"/>
                </a:lnTo>
                <a:lnTo>
                  <a:pt x="1527454" y="714375"/>
                </a:lnTo>
                <a:lnTo>
                  <a:pt x="1530083" y="714375"/>
                </a:lnTo>
                <a:lnTo>
                  <a:pt x="1531200" y="713917"/>
                </a:lnTo>
                <a:lnTo>
                  <a:pt x="1533067" y="712050"/>
                </a:lnTo>
                <a:lnTo>
                  <a:pt x="1533525" y="710933"/>
                </a:lnTo>
                <a:lnTo>
                  <a:pt x="1533525" y="708304"/>
                </a:lnTo>
                <a:close/>
              </a:path>
              <a:path w="2962275" h="714375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2962275" h="714375">
                <a:moveTo>
                  <a:pt x="1581150" y="708304"/>
                </a:moveTo>
                <a:lnTo>
                  <a:pt x="1580692" y="707186"/>
                </a:lnTo>
                <a:lnTo>
                  <a:pt x="1578825" y="705319"/>
                </a:lnTo>
                <a:lnTo>
                  <a:pt x="1577708" y="704850"/>
                </a:lnTo>
                <a:lnTo>
                  <a:pt x="1575079" y="704850"/>
                </a:lnTo>
                <a:lnTo>
                  <a:pt x="1573961" y="705319"/>
                </a:lnTo>
                <a:lnTo>
                  <a:pt x="1572094" y="707186"/>
                </a:lnTo>
                <a:lnTo>
                  <a:pt x="1571625" y="708304"/>
                </a:lnTo>
                <a:lnTo>
                  <a:pt x="1571625" y="710933"/>
                </a:lnTo>
                <a:lnTo>
                  <a:pt x="1572094" y="712050"/>
                </a:lnTo>
                <a:lnTo>
                  <a:pt x="1573961" y="713917"/>
                </a:lnTo>
                <a:lnTo>
                  <a:pt x="1575079" y="714375"/>
                </a:lnTo>
                <a:lnTo>
                  <a:pt x="1577708" y="714375"/>
                </a:lnTo>
                <a:lnTo>
                  <a:pt x="1578825" y="713917"/>
                </a:lnTo>
                <a:lnTo>
                  <a:pt x="1580692" y="712050"/>
                </a:lnTo>
                <a:lnTo>
                  <a:pt x="1581150" y="710933"/>
                </a:lnTo>
                <a:lnTo>
                  <a:pt x="1581150" y="708304"/>
                </a:lnTo>
                <a:close/>
              </a:path>
              <a:path w="2962275" h="714375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2962275" h="714375">
                <a:moveTo>
                  <a:pt x="1628775" y="708304"/>
                </a:moveTo>
                <a:lnTo>
                  <a:pt x="1628317" y="707186"/>
                </a:lnTo>
                <a:lnTo>
                  <a:pt x="1626450" y="705319"/>
                </a:lnTo>
                <a:lnTo>
                  <a:pt x="1625333" y="704850"/>
                </a:lnTo>
                <a:lnTo>
                  <a:pt x="1622704" y="704850"/>
                </a:lnTo>
                <a:lnTo>
                  <a:pt x="1621586" y="705319"/>
                </a:lnTo>
                <a:lnTo>
                  <a:pt x="1619719" y="707186"/>
                </a:lnTo>
                <a:lnTo>
                  <a:pt x="1619250" y="708304"/>
                </a:lnTo>
                <a:lnTo>
                  <a:pt x="1619250" y="710933"/>
                </a:lnTo>
                <a:lnTo>
                  <a:pt x="1619719" y="712050"/>
                </a:lnTo>
                <a:lnTo>
                  <a:pt x="1621586" y="713917"/>
                </a:lnTo>
                <a:lnTo>
                  <a:pt x="1622704" y="714375"/>
                </a:lnTo>
                <a:lnTo>
                  <a:pt x="1625333" y="714375"/>
                </a:lnTo>
                <a:lnTo>
                  <a:pt x="1626450" y="713917"/>
                </a:lnTo>
                <a:lnTo>
                  <a:pt x="1628317" y="712050"/>
                </a:lnTo>
                <a:lnTo>
                  <a:pt x="1628775" y="710933"/>
                </a:lnTo>
                <a:lnTo>
                  <a:pt x="1628775" y="708304"/>
                </a:lnTo>
                <a:close/>
              </a:path>
              <a:path w="2962275" h="714375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2962275" h="714375">
                <a:moveTo>
                  <a:pt x="1676400" y="708304"/>
                </a:moveTo>
                <a:lnTo>
                  <a:pt x="1675942" y="707186"/>
                </a:lnTo>
                <a:lnTo>
                  <a:pt x="1674075" y="705319"/>
                </a:lnTo>
                <a:lnTo>
                  <a:pt x="1672958" y="704850"/>
                </a:lnTo>
                <a:lnTo>
                  <a:pt x="1670329" y="704850"/>
                </a:lnTo>
                <a:lnTo>
                  <a:pt x="1669211" y="705319"/>
                </a:lnTo>
                <a:lnTo>
                  <a:pt x="1667344" y="707186"/>
                </a:lnTo>
                <a:lnTo>
                  <a:pt x="1666875" y="708304"/>
                </a:lnTo>
                <a:lnTo>
                  <a:pt x="1666875" y="710933"/>
                </a:lnTo>
                <a:lnTo>
                  <a:pt x="1667344" y="712050"/>
                </a:lnTo>
                <a:lnTo>
                  <a:pt x="1669211" y="713917"/>
                </a:lnTo>
                <a:lnTo>
                  <a:pt x="1670329" y="714375"/>
                </a:lnTo>
                <a:lnTo>
                  <a:pt x="1672958" y="714375"/>
                </a:lnTo>
                <a:lnTo>
                  <a:pt x="1674075" y="713917"/>
                </a:lnTo>
                <a:lnTo>
                  <a:pt x="1675942" y="712050"/>
                </a:lnTo>
                <a:lnTo>
                  <a:pt x="1676400" y="710933"/>
                </a:lnTo>
                <a:lnTo>
                  <a:pt x="1676400" y="708304"/>
                </a:lnTo>
                <a:close/>
              </a:path>
              <a:path w="2962275" h="714375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2962275" h="714375">
                <a:moveTo>
                  <a:pt x="1724025" y="708304"/>
                </a:moveTo>
                <a:lnTo>
                  <a:pt x="1723567" y="707186"/>
                </a:lnTo>
                <a:lnTo>
                  <a:pt x="1721700" y="705319"/>
                </a:lnTo>
                <a:lnTo>
                  <a:pt x="1720583" y="704850"/>
                </a:lnTo>
                <a:lnTo>
                  <a:pt x="1717954" y="704850"/>
                </a:lnTo>
                <a:lnTo>
                  <a:pt x="1716836" y="705319"/>
                </a:lnTo>
                <a:lnTo>
                  <a:pt x="1714969" y="707186"/>
                </a:lnTo>
                <a:lnTo>
                  <a:pt x="1714500" y="708304"/>
                </a:lnTo>
                <a:lnTo>
                  <a:pt x="1714500" y="710933"/>
                </a:lnTo>
                <a:lnTo>
                  <a:pt x="1714969" y="712050"/>
                </a:lnTo>
                <a:lnTo>
                  <a:pt x="1716836" y="713917"/>
                </a:lnTo>
                <a:lnTo>
                  <a:pt x="1717954" y="714375"/>
                </a:lnTo>
                <a:lnTo>
                  <a:pt x="1720583" y="714375"/>
                </a:lnTo>
                <a:lnTo>
                  <a:pt x="1721700" y="713917"/>
                </a:lnTo>
                <a:lnTo>
                  <a:pt x="1723567" y="712050"/>
                </a:lnTo>
                <a:lnTo>
                  <a:pt x="1724025" y="710933"/>
                </a:lnTo>
                <a:lnTo>
                  <a:pt x="1724025" y="708304"/>
                </a:lnTo>
                <a:close/>
              </a:path>
              <a:path w="2962275" h="714375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2962275" h="714375">
                <a:moveTo>
                  <a:pt x="1771650" y="708304"/>
                </a:moveTo>
                <a:lnTo>
                  <a:pt x="1771192" y="707186"/>
                </a:lnTo>
                <a:lnTo>
                  <a:pt x="1769325" y="705319"/>
                </a:lnTo>
                <a:lnTo>
                  <a:pt x="1768208" y="704850"/>
                </a:lnTo>
                <a:lnTo>
                  <a:pt x="1765579" y="704850"/>
                </a:lnTo>
                <a:lnTo>
                  <a:pt x="1764461" y="705319"/>
                </a:lnTo>
                <a:lnTo>
                  <a:pt x="1762594" y="707186"/>
                </a:lnTo>
                <a:lnTo>
                  <a:pt x="1762125" y="708304"/>
                </a:lnTo>
                <a:lnTo>
                  <a:pt x="1762125" y="710933"/>
                </a:lnTo>
                <a:lnTo>
                  <a:pt x="1762594" y="712050"/>
                </a:lnTo>
                <a:lnTo>
                  <a:pt x="1764461" y="713917"/>
                </a:lnTo>
                <a:lnTo>
                  <a:pt x="1765579" y="714375"/>
                </a:lnTo>
                <a:lnTo>
                  <a:pt x="1768208" y="714375"/>
                </a:lnTo>
                <a:lnTo>
                  <a:pt x="1769325" y="713917"/>
                </a:lnTo>
                <a:lnTo>
                  <a:pt x="1771192" y="712050"/>
                </a:lnTo>
                <a:lnTo>
                  <a:pt x="1771650" y="710933"/>
                </a:lnTo>
                <a:lnTo>
                  <a:pt x="1771650" y="708304"/>
                </a:lnTo>
                <a:close/>
              </a:path>
              <a:path w="2962275" h="714375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2962275" h="714375">
                <a:moveTo>
                  <a:pt x="1819275" y="708304"/>
                </a:moveTo>
                <a:lnTo>
                  <a:pt x="1818817" y="707186"/>
                </a:lnTo>
                <a:lnTo>
                  <a:pt x="1816950" y="705319"/>
                </a:lnTo>
                <a:lnTo>
                  <a:pt x="1815833" y="704850"/>
                </a:lnTo>
                <a:lnTo>
                  <a:pt x="1813204" y="704850"/>
                </a:lnTo>
                <a:lnTo>
                  <a:pt x="1812086" y="705319"/>
                </a:lnTo>
                <a:lnTo>
                  <a:pt x="1810219" y="707186"/>
                </a:lnTo>
                <a:lnTo>
                  <a:pt x="1809750" y="708304"/>
                </a:lnTo>
                <a:lnTo>
                  <a:pt x="1809750" y="710933"/>
                </a:lnTo>
                <a:lnTo>
                  <a:pt x="1810219" y="712050"/>
                </a:lnTo>
                <a:lnTo>
                  <a:pt x="1812086" y="713917"/>
                </a:lnTo>
                <a:lnTo>
                  <a:pt x="1813204" y="714375"/>
                </a:lnTo>
                <a:lnTo>
                  <a:pt x="1815833" y="714375"/>
                </a:lnTo>
                <a:lnTo>
                  <a:pt x="1816950" y="713917"/>
                </a:lnTo>
                <a:lnTo>
                  <a:pt x="1818817" y="712050"/>
                </a:lnTo>
                <a:lnTo>
                  <a:pt x="1819275" y="710933"/>
                </a:lnTo>
                <a:lnTo>
                  <a:pt x="1819275" y="708304"/>
                </a:lnTo>
                <a:close/>
              </a:path>
              <a:path w="2962275" h="714375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2962275" h="714375">
                <a:moveTo>
                  <a:pt x="1866900" y="708304"/>
                </a:moveTo>
                <a:lnTo>
                  <a:pt x="1866442" y="707186"/>
                </a:lnTo>
                <a:lnTo>
                  <a:pt x="1864575" y="705319"/>
                </a:lnTo>
                <a:lnTo>
                  <a:pt x="1863458" y="704850"/>
                </a:lnTo>
                <a:lnTo>
                  <a:pt x="1860829" y="704850"/>
                </a:lnTo>
                <a:lnTo>
                  <a:pt x="1859711" y="705319"/>
                </a:lnTo>
                <a:lnTo>
                  <a:pt x="1857844" y="707186"/>
                </a:lnTo>
                <a:lnTo>
                  <a:pt x="1857375" y="708304"/>
                </a:lnTo>
                <a:lnTo>
                  <a:pt x="1857375" y="710933"/>
                </a:lnTo>
                <a:lnTo>
                  <a:pt x="1857844" y="712050"/>
                </a:lnTo>
                <a:lnTo>
                  <a:pt x="1859711" y="713917"/>
                </a:lnTo>
                <a:lnTo>
                  <a:pt x="1860829" y="714375"/>
                </a:lnTo>
                <a:lnTo>
                  <a:pt x="1863458" y="714375"/>
                </a:lnTo>
                <a:lnTo>
                  <a:pt x="1864575" y="713917"/>
                </a:lnTo>
                <a:lnTo>
                  <a:pt x="1866442" y="712050"/>
                </a:lnTo>
                <a:lnTo>
                  <a:pt x="1866900" y="710933"/>
                </a:lnTo>
                <a:lnTo>
                  <a:pt x="1866900" y="708304"/>
                </a:lnTo>
                <a:close/>
              </a:path>
              <a:path w="2962275" h="714375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2962275" h="714375">
                <a:moveTo>
                  <a:pt x="1914525" y="708304"/>
                </a:moveTo>
                <a:lnTo>
                  <a:pt x="1914067" y="707186"/>
                </a:lnTo>
                <a:lnTo>
                  <a:pt x="1912200" y="705319"/>
                </a:lnTo>
                <a:lnTo>
                  <a:pt x="1911083" y="704850"/>
                </a:lnTo>
                <a:lnTo>
                  <a:pt x="1908454" y="704850"/>
                </a:lnTo>
                <a:lnTo>
                  <a:pt x="1907336" y="705319"/>
                </a:lnTo>
                <a:lnTo>
                  <a:pt x="1905469" y="707186"/>
                </a:lnTo>
                <a:lnTo>
                  <a:pt x="1905000" y="708304"/>
                </a:lnTo>
                <a:lnTo>
                  <a:pt x="1905000" y="710933"/>
                </a:lnTo>
                <a:lnTo>
                  <a:pt x="1905469" y="712050"/>
                </a:lnTo>
                <a:lnTo>
                  <a:pt x="1907336" y="713917"/>
                </a:lnTo>
                <a:lnTo>
                  <a:pt x="1908454" y="714375"/>
                </a:lnTo>
                <a:lnTo>
                  <a:pt x="1911083" y="714375"/>
                </a:lnTo>
                <a:lnTo>
                  <a:pt x="1912200" y="713917"/>
                </a:lnTo>
                <a:lnTo>
                  <a:pt x="1914067" y="712050"/>
                </a:lnTo>
                <a:lnTo>
                  <a:pt x="1914525" y="710933"/>
                </a:lnTo>
                <a:lnTo>
                  <a:pt x="1914525" y="708304"/>
                </a:lnTo>
                <a:close/>
              </a:path>
              <a:path w="2962275" h="714375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2962275" h="714375">
                <a:moveTo>
                  <a:pt x="1962150" y="708304"/>
                </a:moveTo>
                <a:lnTo>
                  <a:pt x="1961692" y="707186"/>
                </a:lnTo>
                <a:lnTo>
                  <a:pt x="1959825" y="705319"/>
                </a:lnTo>
                <a:lnTo>
                  <a:pt x="1958708" y="704850"/>
                </a:lnTo>
                <a:lnTo>
                  <a:pt x="1956079" y="704850"/>
                </a:lnTo>
                <a:lnTo>
                  <a:pt x="1954961" y="705319"/>
                </a:lnTo>
                <a:lnTo>
                  <a:pt x="1953094" y="707186"/>
                </a:lnTo>
                <a:lnTo>
                  <a:pt x="1952625" y="708304"/>
                </a:lnTo>
                <a:lnTo>
                  <a:pt x="1952625" y="710933"/>
                </a:lnTo>
                <a:lnTo>
                  <a:pt x="1953094" y="712050"/>
                </a:lnTo>
                <a:lnTo>
                  <a:pt x="1954961" y="713917"/>
                </a:lnTo>
                <a:lnTo>
                  <a:pt x="1956079" y="714375"/>
                </a:lnTo>
                <a:lnTo>
                  <a:pt x="1958708" y="714375"/>
                </a:lnTo>
                <a:lnTo>
                  <a:pt x="1959825" y="713917"/>
                </a:lnTo>
                <a:lnTo>
                  <a:pt x="1961692" y="712050"/>
                </a:lnTo>
                <a:lnTo>
                  <a:pt x="1962150" y="710933"/>
                </a:lnTo>
                <a:lnTo>
                  <a:pt x="1962150" y="708304"/>
                </a:lnTo>
                <a:close/>
              </a:path>
              <a:path w="2962275" h="714375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2962275" h="714375">
                <a:moveTo>
                  <a:pt x="2009775" y="708304"/>
                </a:moveTo>
                <a:lnTo>
                  <a:pt x="2009317" y="707186"/>
                </a:lnTo>
                <a:lnTo>
                  <a:pt x="2007450" y="705319"/>
                </a:lnTo>
                <a:lnTo>
                  <a:pt x="2006333" y="704850"/>
                </a:lnTo>
                <a:lnTo>
                  <a:pt x="2003704" y="704850"/>
                </a:lnTo>
                <a:lnTo>
                  <a:pt x="2002586" y="705319"/>
                </a:lnTo>
                <a:lnTo>
                  <a:pt x="2000719" y="707186"/>
                </a:lnTo>
                <a:lnTo>
                  <a:pt x="2000250" y="708304"/>
                </a:lnTo>
                <a:lnTo>
                  <a:pt x="2000250" y="710933"/>
                </a:lnTo>
                <a:lnTo>
                  <a:pt x="2000719" y="712050"/>
                </a:lnTo>
                <a:lnTo>
                  <a:pt x="2002586" y="713917"/>
                </a:lnTo>
                <a:lnTo>
                  <a:pt x="2003704" y="714375"/>
                </a:lnTo>
                <a:lnTo>
                  <a:pt x="2006333" y="714375"/>
                </a:lnTo>
                <a:lnTo>
                  <a:pt x="2007450" y="713917"/>
                </a:lnTo>
                <a:lnTo>
                  <a:pt x="2009317" y="712050"/>
                </a:lnTo>
                <a:lnTo>
                  <a:pt x="2009775" y="710933"/>
                </a:lnTo>
                <a:lnTo>
                  <a:pt x="2009775" y="708304"/>
                </a:lnTo>
                <a:close/>
              </a:path>
              <a:path w="2962275" h="714375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2962275" h="714375">
                <a:moveTo>
                  <a:pt x="2057400" y="708304"/>
                </a:moveTo>
                <a:lnTo>
                  <a:pt x="2056942" y="707186"/>
                </a:lnTo>
                <a:lnTo>
                  <a:pt x="2055075" y="705319"/>
                </a:lnTo>
                <a:lnTo>
                  <a:pt x="2053958" y="704850"/>
                </a:lnTo>
                <a:lnTo>
                  <a:pt x="2051329" y="704850"/>
                </a:lnTo>
                <a:lnTo>
                  <a:pt x="2050211" y="705319"/>
                </a:lnTo>
                <a:lnTo>
                  <a:pt x="2048344" y="707186"/>
                </a:lnTo>
                <a:lnTo>
                  <a:pt x="2047875" y="708304"/>
                </a:lnTo>
                <a:lnTo>
                  <a:pt x="2047875" y="710933"/>
                </a:lnTo>
                <a:lnTo>
                  <a:pt x="2048344" y="712050"/>
                </a:lnTo>
                <a:lnTo>
                  <a:pt x="2050211" y="713917"/>
                </a:lnTo>
                <a:lnTo>
                  <a:pt x="2051329" y="714375"/>
                </a:lnTo>
                <a:lnTo>
                  <a:pt x="2053958" y="714375"/>
                </a:lnTo>
                <a:lnTo>
                  <a:pt x="2055075" y="713917"/>
                </a:lnTo>
                <a:lnTo>
                  <a:pt x="2056942" y="712050"/>
                </a:lnTo>
                <a:lnTo>
                  <a:pt x="2057400" y="710933"/>
                </a:lnTo>
                <a:lnTo>
                  <a:pt x="2057400" y="708304"/>
                </a:lnTo>
                <a:close/>
              </a:path>
              <a:path w="2962275" h="714375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2962275" h="714375">
                <a:moveTo>
                  <a:pt x="2105025" y="708304"/>
                </a:moveTo>
                <a:lnTo>
                  <a:pt x="2104567" y="707186"/>
                </a:lnTo>
                <a:lnTo>
                  <a:pt x="2102700" y="705319"/>
                </a:lnTo>
                <a:lnTo>
                  <a:pt x="2101583" y="704850"/>
                </a:lnTo>
                <a:lnTo>
                  <a:pt x="2098954" y="704850"/>
                </a:lnTo>
                <a:lnTo>
                  <a:pt x="2097836" y="705319"/>
                </a:lnTo>
                <a:lnTo>
                  <a:pt x="2095969" y="707186"/>
                </a:lnTo>
                <a:lnTo>
                  <a:pt x="2095500" y="708304"/>
                </a:lnTo>
                <a:lnTo>
                  <a:pt x="2095500" y="710933"/>
                </a:lnTo>
                <a:lnTo>
                  <a:pt x="2095969" y="712050"/>
                </a:lnTo>
                <a:lnTo>
                  <a:pt x="2097836" y="713917"/>
                </a:lnTo>
                <a:lnTo>
                  <a:pt x="2098954" y="714375"/>
                </a:lnTo>
                <a:lnTo>
                  <a:pt x="2101583" y="714375"/>
                </a:lnTo>
                <a:lnTo>
                  <a:pt x="2102700" y="713917"/>
                </a:lnTo>
                <a:lnTo>
                  <a:pt x="2104567" y="712050"/>
                </a:lnTo>
                <a:lnTo>
                  <a:pt x="2105025" y="710933"/>
                </a:lnTo>
                <a:lnTo>
                  <a:pt x="2105025" y="708304"/>
                </a:lnTo>
                <a:close/>
              </a:path>
              <a:path w="2962275" h="714375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2962275" h="714375">
                <a:moveTo>
                  <a:pt x="2152650" y="708304"/>
                </a:moveTo>
                <a:lnTo>
                  <a:pt x="2152192" y="707186"/>
                </a:lnTo>
                <a:lnTo>
                  <a:pt x="2150326" y="705319"/>
                </a:lnTo>
                <a:lnTo>
                  <a:pt x="2149208" y="704850"/>
                </a:lnTo>
                <a:lnTo>
                  <a:pt x="2146579" y="704850"/>
                </a:lnTo>
                <a:lnTo>
                  <a:pt x="2145461" y="705319"/>
                </a:lnTo>
                <a:lnTo>
                  <a:pt x="2143595" y="707186"/>
                </a:lnTo>
                <a:lnTo>
                  <a:pt x="2143125" y="708304"/>
                </a:lnTo>
                <a:lnTo>
                  <a:pt x="2143125" y="710933"/>
                </a:lnTo>
                <a:lnTo>
                  <a:pt x="2143595" y="712050"/>
                </a:lnTo>
                <a:lnTo>
                  <a:pt x="2145461" y="713917"/>
                </a:lnTo>
                <a:lnTo>
                  <a:pt x="2146579" y="714375"/>
                </a:lnTo>
                <a:lnTo>
                  <a:pt x="2149208" y="714375"/>
                </a:lnTo>
                <a:lnTo>
                  <a:pt x="2150326" y="713917"/>
                </a:lnTo>
                <a:lnTo>
                  <a:pt x="2152192" y="712050"/>
                </a:lnTo>
                <a:lnTo>
                  <a:pt x="2152650" y="710933"/>
                </a:lnTo>
                <a:lnTo>
                  <a:pt x="2152650" y="708304"/>
                </a:lnTo>
                <a:close/>
              </a:path>
              <a:path w="2962275" h="714375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2962275" h="714375">
                <a:moveTo>
                  <a:pt x="2200275" y="708304"/>
                </a:moveTo>
                <a:lnTo>
                  <a:pt x="2199817" y="707186"/>
                </a:lnTo>
                <a:lnTo>
                  <a:pt x="2197951" y="705319"/>
                </a:lnTo>
                <a:lnTo>
                  <a:pt x="2196833" y="704850"/>
                </a:lnTo>
                <a:lnTo>
                  <a:pt x="2194204" y="704850"/>
                </a:lnTo>
                <a:lnTo>
                  <a:pt x="2193086" y="705319"/>
                </a:lnTo>
                <a:lnTo>
                  <a:pt x="2191220" y="707186"/>
                </a:lnTo>
                <a:lnTo>
                  <a:pt x="2190750" y="708304"/>
                </a:lnTo>
                <a:lnTo>
                  <a:pt x="2190750" y="710933"/>
                </a:lnTo>
                <a:lnTo>
                  <a:pt x="2191220" y="712050"/>
                </a:lnTo>
                <a:lnTo>
                  <a:pt x="2193086" y="713917"/>
                </a:lnTo>
                <a:lnTo>
                  <a:pt x="2194204" y="714375"/>
                </a:lnTo>
                <a:lnTo>
                  <a:pt x="2196833" y="714375"/>
                </a:lnTo>
                <a:lnTo>
                  <a:pt x="2197951" y="713917"/>
                </a:lnTo>
                <a:lnTo>
                  <a:pt x="2199817" y="712050"/>
                </a:lnTo>
                <a:lnTo>
                  <a:pt x="2200275" y="710933"/>
                </a:lnTo>
                <a:lnTo>
                  <a:pt x="2200275" y="708304"/>
                </a:lnTo>
                <a:close/>
              </a:path>
              <a:path w="2962275" h="714375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2962275" h="714375">
                <a:moveTo>
                  <a:pt x="2247900" y="708304"/>
                </a:moveTo>
                <a:lnTo>
                  <a:pt x="2247442" y="707186"/>
                </a:lnTo>
                <a:lnTo>
                  <a:pt x="2245576" y="705319"/>
                </a:lnTo>
                <a:lnTo>
                  <a:pt x="2244458" y="704850"/>
                </a:lnTo>
                <a:lnTo>
                  <a:pt x="2241829" y="704850"/>
                </a:lnTo>
                <a:lnTo>
                  <a:pt x="2240711" y="705319"/>
                </a:lnTo>
                <a:lnTo>
                  <a:pt x="2238845" y="707186"/>
                </a:lnTo>
                <a:lnTo>
                  <a:pt x="2238375" y="708304"/>
                </a:lnTo>
                <a:lnTo>
                  <a:pt x="2238375" y="710933"/>
                </a:lnTo>
                <a:lnTo>
                  <a:pt x="2238845" y="712050"/>
                </a:lnTo>
                <a:lnTo>
                  <a:pt x="2240711" y="713917"/>
                </a:lnTo>
                <a:lnTo>
                  <a:pt x="2241829" y="714375"/>
                </a:lnTo>
                <a:lnTo>
                  <a:pt x="2244458" y="714375"/>
                </a:lnTo>
                <a:lnTo>
                  <a:pt x="2245576" y="713917"/>
                </a:lnTo>
                <a:lnTo>
                  <a:pt x="2247442" y="712050"/>
                </a:lnTo>
                <a:lnTo>
                  <a:pt x="2247900" y="710933"/>
                </a:lnTo>
                <a:lnTo>
                  <a:pt x="2247900" y="708304"/>
                </a:lnTo>
                <a:close/>
              </a:path>
              <a:path w="2962275" h="714375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2962275" h="714375">
                <a:moveTo>
                  <a:pt x="2295525" y="708304"/>
                </a:moveTo>
                <a:lnTo>
                  <a:pt x="2295067" y="707186"/>
                </a:lnTo>
                <a:lnTo>
                  <a:pt x="2293201" y="705319"/>
                </a:lnTo>
                <a:lnTo>
                  <a:pt x="2292083" y="704850"/>
                </a:lnTo>
                <a:lnTo>
                  <a:pt x="2289454" y="704850"/>
                </a:lnTo>
                <a:lnTo>
                  <a:pt x="2288336" y="705319"/>
                </a:lnTo>
                <a:lnTo>
                  <a:pt x="2286470" y="707186"/>
                </a:lnTo>
                <a:lnTo>
                  <a:pt x="2286000" y="708304"/>
                </a:lnTo>
                <a:lnTo>
                  <a:pt x="2286000" y="710933"/>
                </a:lnTo>
                <a:lnTo>
                  <a:pt x="2286470" y="712050"/>
                </a:lnTo>
                <a:lnTo>
                  <a:pt x="2288336" y="713917"/>
                </a:lnTo>
                <a:lnTo>
                  <a:pt x="2289454" y="714375"/>
                </a:lnTo>
                <a:lnTo>
                  <a:pt x="2292083" y="714375"/>
                </a:lnTo>
                <a:lnTo>
                  <a:pt x="2293201" y="713917"/>
                </a:lnTo>
                <a:lnTo>
                  <a:pt x="2295067" y="712050"/>
                </a:lnTo>
                <a:lnTo>
                  <a:pt x="2295525" y="710933"/>
                </a:lnTo>
                <a:lnTo>
                  <a:pt x="2295525" y="708304"/>
                </a:lnTo>
                <a:close/>
              </a:path>
              <a:path w="2962275" h="714375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2962275" h="714375">
                <a:moveTo>
                  <a:pt x="2343150" y="708304"/>
                </a:moveTo>
                <a:lnTo>
                  <a:pt x="2342692" y="707186"/>
                </a:lnTo>
                <a:lnTo>
                  <a:pt x="2340826" y="705319"/>
                </a:lnTo>
                <a:lnTo>
                  <a:pt x="2339708" y="704850"/>
                </a:lnTo>
                <a:lnTo>
                  <a:pt x="2337079" y="704850"/>
                </a:lnTo>
                <a:lnTo>
                  <a:pt x="2335961" y="705319"/>
                </a:lnTo>
                <a:lnTo>
                  <a:pt x="2334095" y="707186"/>
                </a:lnTo>
                <a:lnTo>
                  <a:pt x="2333625" y="708304"/>
                </a:lnTo>
                <a:lnTo>
                  <a:pt x="2333625" y="710933"/>
                </a:lnTo>
                <a:lnTo>
                  <a:pt x="2334095" y="712050"/>
                </a:lnTo>
                <a:lnTo>
                  <a:pt x="2335961" y="713917"/>
                </a:lnTo>
                <a:lnTo>
                  <a:pt x="2337079" y="714375"/>
                </a:lnTo>
                <a:lnTo>
                  <a:pt x="2339708" y="714375"/>
                </a:lnTo>
                <a:lnTo>
                  <a:pt x="2340826" y="713917"/>
                </a:lnTo>
                <a:lnTo>
                  <a:pt x="2342692" y="712050"/>
                </a:lnTo>
                <a:lnTo>
                  <a:pt x="2343150" y="710933"/>
                </a:lnTo>
                <a:lnTo>
                  <a:pt x="2343150" y="708304"/>
                </a:lnTo>
                <a:close/>
              </a:path>
              <a:path w="2962275" h="714375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2962275" h="714375">
                <a:moveTo>
                  <a:pt x="2390775" y="708304"/>
                </a:moveTo>
                <a:lnTo>
                  <a:pt x="2390317" y="707186"/>
                </a:lnTo>
                <a:lnTo>
                  <a:pt x="2388451" y="705319"/>
                </a:lnTo>
                <a:lnTo>
                  <a:pt x="2387333" y="704850"/>
                </a:lnTo>
                <a:lnTo>
                  <a:pt x="2384704" y="704850"/>
                </a:lnTo>
                <a:lnTo>
                  <a:pt x="2383586" y="705319"/>
                </a:lnTo>
                <a:lnTo>
                  <a:pt x="2381720" y="707186"/>
                </a:lnTo>
                <a:lnTo>
                  <a:pt x="2381250" y="708304"/>
                </a:lnTo>
                <a:lnTo>
                  <a:pt x="2381250" y="710933"/>
                </a:lnTo>
                <a:lnTo>
                  <a:pt x="2381720" y="712050"/>
                </a:lnTo>
                <a:lnTo>
                  <a:pt x="2383586" y="713917"/>
                </a:lnTo>
                <a:lnTo>
                  <a:pt x="2384704" y="714375"/>
                </a:lnTo>
                <a:lnTo>
                  <a:pt x="2387333" y="714375"/>
                </a:lnTo>
                <a:lnTo>
                  <a:pt x="2388451" y="713917"/>
                </a:lnTo>
                <a:lnTo>
                  <a:pt x="2390317" y="712050"/>
                </a:lnTo>
                <a:lnTo>
                  <a:pt x="2390775" y="710933"/>
                </a:lnTo>
                <a:lnTo>
                  <a:pt x="2390775" y="708304"/>
                </a:lnTo>
                <a:close/>
              </a:path>
              <a:path w="2962275" h="714375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2962275" h="714375">
                <a:moveTo>
                  <a:pt x="2438400" y="708304"/>
                </a:moveTo>
                <a:lnTo>
                  <a:pt x="2437942" y="707186"/>
                </a:lnTo>
                <a:lnTo>
                  <a:pt x="2436076" y="705319"/>
                </a:lnTo>
                <a:lnTo>
                  <a:pt x="2434958" y="704850"/>
                </a:lnTo>
                <a:lnTo>
                  <a:pt x="2432329" y="704850"/>
                </a:lnTo>
                <a:lnTo>
                  <a:pt x="2431211" y="705319"/>
                </a:lnTo>
                <a:lnTo>
                  <a:pt x="2429345" y="707186"/>
                </a:lnTo>
                <a:lnTo>
                  <a:pt x="2428875" y="708304"/>
                </a:lnTo>
                <a:lnTo>
                  <a:pt x="2428875" y="710933"/>
                </a:lnTo>
                <a:lnTo>
                  <a:pt x="2429345" y="712050"/>
                </a:lnTo>
                <a:lnTo>
                  <a:pt x="2431211" y="713917"/>
                </a:lnTo>
                <a:lnTo>
                  <a:pt x="2432329" y="714375"/>
                </a:lnTo>
                <a:lnTo>
                  <a:pt x="2434958" y="714375"/>
                </a:lnTo>
                <a:lnTo>
                  <a:pt x="2436076" y="713917"/>
                </a:lnTo>
                <a:lnTo>
                  <a:pt x="2437942" y="712050"/>
                </a:lnTo>
                <a:lnTo>
                  <a:pt x="2438400" y="710933"/>
                </a:lnTo>
                <a:lnTo>
                  <a:pt x="2438400" y="708304"/>
                </a:lnTo>
                <a:close/>
              </a:path>
              <a:path w="2962275" h="714375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2962275" h="714375">
                <a:moveTo>
                  <a:pt x="2486025" y="708304"/>
                </a:moveTo>
                <a:lnTo>
                  <a:pt x="2485567" y="707186"/>
                </a:lnTo>
                <a:lnTo>
                  <a:pt x="2483701" y="705319"/>
                </a:lnTo>
                <a:lnTo>
                  <a:pt x="2482583" y="704850"/>
                </a:lnTo>
                <a:lnTo>
                  <a:pt x="2479954" y="704850"/>
                </a:lnTo>
                <a:lnTo>
                  <a:pt x="2478824" y="705319"/>
                </a:lnTo>
                <a:lnTo>
                  <a:pt x="2476970" y="707186"/>
                </a:lnTo>
                <a:lnTo>
                  <a:pt x="2476500" y="708304"/>
                </a:lnTo>
                <a:lnTo>
                  <a:pt x="2476500" y="710933"/>
                </a:lnTo>
                <a:lnTo>
                  <a:pt x="2476970" y="712050"/>
                </a:lnTo>
                <a:lnTo>
                  <a:pt x="2478824" y="713917"/>
                </a:lnTo>
                <a:lnTo>
                  <a:pt x="2479954" y="714375"/>
                </a:lnTo>
                <a:lnTo>
                  <a:pt x="2482583" y="714375"/>
                </a:lnTo>
                <a:lnTo>
                  <a:pt x="2483701" y="713917"/>
                </a:lnTo>
                <a:lnTo>
                  <a:pt x="2485567" y="712050"/>
                </a:lnTo>
                <a:lnTo>
                  <a:pt x="2486025" y="710933"/>
                </a:lnTo>
                <a:lnTo>
                  <a:pt x="2486025" y="708304"/>
                </a:lnTo>
                <a:close/>
              </a:path>
              <a:path w="2962275" h="714375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24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24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2962275" h="714375">
                <a:moveTo>
                  <a:pt x="2533650" y="708304"/>
                </a:moveTo>
                <a:lnTo>
                  <a:pt x="2533192" y="707186"/>
                </a:lnTo>
                <a:lnTo>
                  <a:pt x="2531326" y="705319"/>
                </a:lnTo>
                <a:lnTo>
                  <a:pt x="2530208" y="704850"/>
                </a:lnTo>
                <a:lnTo>
                  <a:pt x="2527579" y="704850"/>
                </a:lnTo>
                <a:lnTo>
                  <a:pt x="2526449" y="705319"/>
                </a:lnTo>
                <a:lnTo>
                  <a:pt x="2524595" y="707186"/>
                </a:lnTo>
                <a:lnTo>
                  <a:pt x="2524125" y="708304"/>
                </a:lnTo>
                <a:lnTo>
                  <a:pt x="2524125" y="710933"/>
                </a:lnTo>
                <a:lnTo>
                  <a:pt x="2524595" y="712050"/>
                </a:lnTo>
                <a:lnTo>
                  <a:pt x="2526449" y="713917"/>
                </a:lnTo>
                <a:lnTo>
                  <a:pt x="2527579" y="714375"/>
                </a:lnTo>
                <a:lnTo>
                  <a:pt x="2530208" y="714375"/>
                </a:lnTo>
                <a:lnTo>
                  <a:pt x="2531326" y="713917"/>
                </a:lnTo>
                <a:lnTo>
                  <a:pt x="2533192" y="712050"/>
                </a:lnTo>
                <a:lnTo>
                  <a:pt x="2533650" y="710933"/>
                </a:lnTo>
                <a:lnTo>
                  <a:pt x="2533650" y="708304"/>
                </a:lnTo>
                <a:close/>
              </a:path>
              <a:path w="2962275" h="714375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49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49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2962275" h="714375">
                <a:moveTo>
                  <a:pt x="2581275" y="708304"/>
                </a:moveTo>
                <a:lnTo>
                  <a:pt x="2580817" y="707186"/>
                </a:lnTo>
                <a:lnTo>
                  <a:pt x="2578951" y="705319"/>
                </a:lnTo>
                <a:lnTo>
                  <a:pt x="2577833" y="704850"/>
                </a:lnTo>
                <a:lnTo>
                  <a:pt x="2575204" y="704850"/>
                </a:lnTo>
                <a:lnTo>
                  <a:pt x="2574074" y="705319"/>
                </a:lnTo>
                <a:lnTo>
                  <a:pt x="2572220" y="707186"/>
                </a:lnTo>
                <a:lnTo>
                  <a:pt x="2571750" y="708304"/>
                </a:lnTo>
                <a:lnTo>
                  <a:pt x="2571750" y="710933"/>
                </a:lnTo>
                <a:lnTo>
                  <a:pt x="2572220" y="712050"/>
                </a:lnTo>
                <a:lnTo>
                  <a:pt x="2574074" y="713917"/>
                </a:lnTo>
                <a:lnTo>
                  <a:pt x="2575204" y="714375"/>
                </a:lnTo>
                <a:lnTo>
                  <a:pt x="2577833" y="714375"/>
                </a:lnTo>
                <a:lnTo>
                  <a:pt x="2578951" y="713917"/>
                </a:lnTo>
                <a:lnTo>
                  <a:pt x="2580817" y="712050"/>
                </a:lnTo>
                <a:lnTo>
                  <a:pt x="2581275" y="710933"/>
                </a:lnTo>
                <a:lnTo>
                  <a:pt x="2581275" y="708304"/>
                </a:lnTo>
                <a:close/>
              </a:path>
              <a:path w="2962275" h="714375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74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74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2962275" h="714375">
                <a:moveTo>
                  <a:pt x="2628900" y="708304"/>
                </a:moveTo>
                <a:lnTo>
                  <a:pt x="2628442" y="707186"/>
                </a:lnTo>
                <a:lnTo>
                  <a:pt x="2626576" y="705319"/>
                </a:lnTo>
                <a:lnTo>
                  <a:pt x="2625458" y="704850"/>
                </a:lnTo>
                <a:lnTo>
                  <a:pt x="2622829" y="704850"/>
                </a:lnTo>
                <a:lnTo>
                  <a:pt x="2621711" y="705319"/>
                </a:lnTo>
                <a:lnTo>
                  <a:pt x="2619845" y="707186"/>
                </a:lnTo>
                <a:lnTo>
                  <a:pt x="2619375" y="708304"/>
                </a:lnTo>
                <a:lnTo>
                  <a:pt x="2619375" y="710933"/>
                </a:lnTo>
                <a:lnTo>
                  <a:pt x="2619845" y="712050"/>
                </a:lnTo>
                <a:lnTo>
                  <a:pt x="2621711" y="713917"/>
                </a:lnTo>
                <a:lnTo>
                  <a:pt x="2622829" y="714375"/>
                </a:lnTo>
                <a:lnTo>
                  <a:pt x="2625458" y="714375"/>
                </a:lnTo>
                <a:lnTo>
                  <a:pt x="2626576" y="713917"/>
                </a:lnTo>
                <a:lnTo>
                  <a:pt x="2628442" y="712050"/>
                </a:lnTo>
                <a:lnTo>
                  <a:pt x="2628900" y="710933"/>
                </a:lnTo>
                <a:lnTo>
                  <a:pt x="2628900" y="708304"/>
                </a:lnTo>
                <a:close/>
              </a:path>
              <a:path w="2962275" h="714375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2962275" h="714375">
                <a:moveTo>
                  <a:pt x="2676525" y="708304"/>
                </a:moveTo>
                <a:lnTo>
                  <a:pt x="2676067" y="707186"/>
                </a:lnTo>
                <a:lnTo>
                  <a:pt x="2674201" y="705319"/>
                </a:lnTo>
                <a:lnTo>
                  <a:pt x="2673083" y="704850"/>
                </a:lnTo>
                <a:lnTo>
                  <a:pt x="2670454" y="704850"/>
                </a:lnTo>
                <a:lnTo>
                  <a:pt x="2669324" y="705319"/>
                </a:lnTo>
                <a:lnTo>
                  <a:pt x="2667470" y="707186"/>
                </a:lnTo>
                <a:lnTo>
                  <a:pt x="2667000" y="708304"/>
                </a:lnTo>
                <a:lnTo>
                  <a:pt x="2667000" y="710933"/>
                </a:lnTo>
                <a:lnTo>
                  <a:pt x="2667470" y="712050"/>
                </a:lnTo>
                <a:lnTo>
                  <a:pt x="2669324" y="713917"/>
                </a:lnTo>
                <a:lnTo>
                  <a:pt x="2670454" y="714375"/>
                </a:lnTo>
                <a:lnTo>
                  <a:pt x="2673083" y="714375"/>
                </a:lnTo>
                <a:lnTo>
                  <a:pt x="2674201" y="713917"/>
                </a:lnTo>
                <a:lnTo>
                  <a:pt x="2676067" y="712050"/>
                </a:lnTo>
                <a:lnTo>
                  <a:pt x="2676525" y="710933"/>
                </a:lnTo>
                <a:lnTo>
                  <a:pt x="2676525" y="708304"/>
                </a:lnTo>
                <a:close/>
              </a:path>
              <a:path w="2962275" h="714375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24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24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2962275" h="714375">
                <a:moveTo>
                  <a:pt x="2724150" y="708304"/>
                </a:moveTo>
                <a:lnTo>
                  <a:pt x="2723692" y="707186"/>
                </a:lnTo>
                <a:lnTo>
                  <a:pt x="2721826" y="705319"/>
                </a:lnTo>
                <a:lnTo>
                  <a:pt x="2720708" y="704850"/>
                </a:lnTo>
                <a:lnTo>
                  <a:pt x="2718079" y="704850"/>
                </a:lnTo>
                <a:lnTo>
                  <a:pt x="2716949" y="705319"/>
                </a:lnTo>
                <a:lnTo>
                  <a:pt x="2715095" y="707186"/>
                </a:lnTo>
                <a:lnTo>
                  <a:pt x="2714625" y="708304"/>
                </a:lnTo>
                <a:lnTo>
                  <a:pt x="2714625" y="710933"/>
                </a:lnTo>
                <a:lnTo>
                  <a:pt x="2715095" y="712050"/>
                </a:lnTo>
                <a:lnTo>
                  <a:pt x="2716949" y="713917"/>
                </a:lnTo>
                <a:lnTo>
                  <a:pt x="2718079" y="714375"/>
                </a:lnTo>
                <a:lnTo>
                  <a:pt x="2720708" y="714375"/>
                </a:lnTo>
                <a:lnTo>
                  <a:pt x="2721826" y="713917"/>
                </a:lnTo>
                <a:lnTo>
                  <a:pt x="2723692" y="712050"/>
                </a:lnTo>
                <a:lnTo>
                  <a:pt x="2724150" y="710933"/>
                </a:lnTo>
                <a:lnTo>
                  <a:pt x="2724150" y="708304"/>
                </a:lnTo>
                <a:close/>
              </a:path>
              <a:path w="2962275" h="714375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49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49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2962275" h="714375">
                <a:moveTo>
                  <a:pt x="2771775" y="708304"/>
                </a:moveTo>
                <a:lnTo>
                  <a:pt x="2771317" y="707186"/>
                </a:lnTo>
                <a:lnTo>
                  <a:pt x="2769451" y="705319"/>
                </a:lnTo>
                <a:lnTo>
                  <a:pt x="2768333" y="704850"/>
                </a:lnTo>
                <a:lnTo>
                  <a:pt x="2765704" y="704850"/>
                </a:lnTo>
                <a:lnTo>
                  <a:pt x="2764574" y="705319"/>
                </a:lnTo>
                <a:lnTo>
                  <a:pt x="2762720" y="707186"/>
                </a:lnTo>
                <a:lnTo>
                  <a:pt x="2762250" y="708304"/>
                </a:lnTo>
                <a:lnTo>
                  <a:pt x="2762250" y="710933"/>
                </a:lnTo>
                <a:lnTo>
                  <a:pt x="2762720" y="712050"/>
                </a:lnTo>
                <a:lnTo>
                  <a:pt x="2764574" y="713917"/>
                </a:lnTo>
                <a:lnTo>
                  <a:pt x="2765704" y="714375"/>
                </a:lnTo>
                <a:lnTo>
                  <a:pt x="2768333" y="714375"/>
                </a:lnTo>
                <a:lnTo>
                  <a:pt x="2769451" y="713917"/>
                </a:lnTo>
                <a:lnTo>
                  <a:pt x="2771317" y="712050"/>
                </a:lnTo>
                <a:lnTo>
                  <a:pt x="2771775" y="710933"/>
                </a:lnTo>
                <a:lnTo>
                  <a:pt x="2771775" y="708304"/>
                </a:lnTo>
                <a:close/>
              </a:path>
              <a:path w="2962275" h="714375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74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74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2962275" h="714375">
                <a:moveTo>
                  <a:pt x="2819400" y="708304"/>
                </a:moveTo>
                <a:lnTo>
                  <a:pt x="2818942" y="707186"/>
                </a:lnTo>
                <a:lnTo>
                  <a:pt x="2817076" y="705319"/>
                </a:lnTo>
                <a:lnTo>
                  <a:pt x="2815958" y="704850"/>
                </a:lnTo>
                <a:lnTo>
                  <a:pt x="2813329" y="704850"/>
                </a:lnTo>
                <a:lnTo>
                  <a:pt x="2812199" y="705319"/>
                </a:lnTo>
                <a:lnTo>
                  <a:pt x="2810345" y="707186"/>
                </a:lnTo>
                <a:lnTo>
                  <a:pt x="2809875" y="708304"/>
                </a:lnTo>
                <a:lnTo>
                  <a:pt x="2809875" y="710933"/>
                </a:lnTo>
                <a:lnTo>
                  <a:pt x="2810345" y="712050"/>
                </a:lnTo>
                <a:lnTo>
                  <a:pt x="2812199" y="713917"/>
                </a:lnTo>
                <a:lnTo>
                  <a:pt x="2813329" y="714375"/>
                </a:lnTo>
                <a:lnTo>
                  <a:pt x="2815958" y="714375"/>
                </a:lnTo>
                <a:lnTo>
                  <a:pt x="2817076" y="713917"/>
                </a:lnTo>
                <a:lnTo>
                  <a:pt x="2818942" y="712050"/>
                </a:lnTo>
                <a:lnTo>
                  <a:pt x="2819400" y="710933"/>
                </a:lnTo>
                <a:lnTo>
                  <a:pt x="2819400" y="708304"/>
                </a:lnTo>
                <a:close/>
              </a:path>
              <a:path w="2962275" h="714375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199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199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2962275" h="714375">
                <a:moveTo>
                  <a:pt x="2867025" y="708304"/>
                </a:moveTo>
                <a:lnTo>
                  <a:pt x="2866567" y="707186"/>
                </a:lnTo>
                <a:lnTo>
                  <a:pt x="2864701" y="705319"/>
                </a:lnTo>
                <a:lnTo>
                  <a:pt x="2863583" y="704850"/>
                </a:lnTo>
                <a:lnTo>
                  <a:pt x="2860954" y="704850"/>
                </a:lnTo>
                <a:lnTo>
                  <a:pt x="2859824" y="705319"/>
                </a:lnTo>
                <a:lnTo>
                  <a:pt x="2857970" y="707186"/>
                </a:lnTo>
                <a:lnTo>
                  <a:pt x="2857500" y="708304"/>
                </a:lnTo>
                <a:lnTo>
                  <a:pt x="2857500" y="710933"/>
                </a:lnTo>
                <a:lnTo>
                  <a:pt x="2857970" y="712050"/>
                </a:lnTo>
                <a:lnTo>
                  <a:pt x="2859824" y="713917"/>
                </a:lnTo>
                <a:lnTo>
                  <a:pt x="2860954" y="714375"/>
                </a:lnTo>
                <a:lnTo>
                  <a:pt x="2863583" y="714375"/>
                </a:lnTo>
                <a:lnTo>
                  <a:pt x="2864701" y="713917"/>
                </a:lnTo>
                <a:lnTo>
                  <a:pt x="2866567" y="712050"/>
                </a:lnTo>
                <a:lnTo>
                  <a:pt x="2867025" y="710933"/>
                </a:lnTo>
                <a:lnTo>
                  <a:pt x="2867025" y="708304"/>
                </a:lnTo>
                <a:close/>
              </a:path>
              <a:path w="2962275" h="714375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24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24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2962275" h="714375">
                <a:moveTo>
                  <a:pt x="2914650" y="708304"/>
                </a:moveTo>
                <a:lnTo>
                  <a:pt x="2914192" y="707186"/>
                </a:lnTo>
                <a:lnTo>
                  <a:pt x="2912326" y="705319"/>
                </a:lnTo>
                <a:lnTo>
                  <a:pt x="2911208" y="704850"/>
                </a:lnTo>
                <a:lnTo>
                  <a:pt x="2908579" y="704850"/>
                </a:lnTo>
                <a:lnTo>
                  <a:pt x="2907449" y="705319"/>
                </a:lnTo>
                <a:lnTo>
                  <a:pt x="2905595" y="707186"/>
                </a:lnTo>
                <a:lnTo>
                  <a:pt x="2905125" y="708304"/>
                </a:lnTo>
                <a:lnTo>
                  <a:pt x="2905125" y="710933"/>
                </a:lnTo>
                <a:lnTo>
                  <a:pt x="2905595" y="712050"/>
                </a:lnTo>
                <a:lnTo>
                  <a:pt x="2907449" y="713917"/>
                </a:lnTo>
                <a:lnTo>
                  <a:pt x="2908579" y="714375"/>
                </a:lnTo>
                <a:lnTo>
                  <a:pt x="2911208" y="714375"/>
                </a:lnTo>
                <a:lnTo>
                  <a:pt x="2912326" y="713917"/>
                </a:lnTo>
                <a:lnTo>
                  <a:pt x="2914192" y="712050"/>
                </a:lnTo>
                <a:lnTo>
                  <a:pt x="2914650" y="710933"/>
                </a:lnTo>
                <a:lnTo>
                  <a:pt x="2914650" y="708304"/>
                </a:lnTo>
                <a:close/>
              </a:path>
              <a:path w="2962275" h="714375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49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49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2962275" h="714375">
                <a:moveTo>
                  <a:pt x="2962275" y="708304"/>
                </a:moveTo>
                <a:lnTo>
                  <a:pt x="2961817" y="707186"/>
                </a:lnTo>
                <a:lnTo>
                  <a:pt x="2959951" y="705319"/>
                </a:lnTo>
                <a:lnTo>
                  <a:pt x="2958833" y="704850"/>
                </a:lnTo>
                <a:lnTo>
                  <a:pt x="2956204" y="704850"/>
                </a:lnTo>
                <a:lnTo>
                  <a:pt x="2955074" y="705319"/>
                </a:lnTo>
                <a:lnTo>
                  <a:pt x="2953220" y="707186"/>
                </a:lnTo>
                <a:lnTo>
                  <a:pt x="2952750" y="708304"/>
                </a:lnTo>
                <a:lnTo>
                  <a:pt x="2952750" y="710933"/>
                </a:lnTo>
                <a:lnTo>
                  <a:pt x="2953220" y="712050"/>
                </a:lnTo>
                <a:lnTo>
                  <a:pt x="2955074" y="713917"/>
                </a:lnTo>
                <a:lnTo>
                  <a:pt x="2956204" y="714375"/>
                </a:lnTo>
                <a:lnTo>
                  <a:pt x="2958833" y="714375"/>
                </a:lnTo>
                <a:lnTo>
                  <a:pt x="2959951" y="713917"/>
                </a:lnTo>
                <a:lnTo>
                  <a:pt x="2961817" y="712050"/>
                </a:lnTo>
                <a:lnTo>
                  <a:pt x="2962275" y="710933"/>
                </a:lnTo>
                <a:lnTo>
                  <a:pt x="2962275" y="708304"/>
                </a:lnTo>
                <a:close/>
              </a:path>
              <a:path w="2962275" h="714375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74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74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8678594" y="2829024"/>
            <a:ext cx="276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0.1M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502650" y="1774320"/>
            <a:ext cx="3231515" cy="51244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20" dirty="0">
                <a:solidFill>
                  <a:srgbClr val="252423"/>
                </a:solidFill>
                <a:latin typeface="Trebuchet MS"/>
                <a:cs typeface="Trebuchet MS"/>
              </a:rPr>
              <a:t>Total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252423"/>
                </a:solidFill>
                <a:latin typeface="Trebuchet MS"/>
                <a:cs typeface="Trebuchet MS"/>
              </a:rPr>
              <a:t>Skill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Score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by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placement_status</a:t>
            </a:r>
            <a:endParaRPr sz="1400">
              <a:latin typeface="Trebuchet MS"/>
              <a:cs typeface="Trebuchet MS"/>
            </a:endParaRPr>
          </a:p>
          <a:p>
            <a:pPr marL="188595">
              <a:lnSpc>
                <a:spcPct val="100000"/>
              </a:lnSpc>
              <a:spcBef>
                <a:spcPts val="425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0.2M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499338" y="2358764"/>
            <a:ext cx="139700" cy="11118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80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80" dirty="0">
                <a:solidFill>
                  <a:srgbClr val="252423"/>
                </a:solidFill>
                <a:latin typeface="Trebuchet MS"/>
                <a:cs typeface="Trebuchet MS"/>
              </a:rPr>
              <a:t>Total</a:t>
            </a:r>
            <a:r>
              <a:rPr sz="900" spc="-4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252423"/>
                </a:solidFill>
                <a:latin typeface="Trebuchet MS"/>
                <a:cs typeface="Trebuchet MS"/>
              </a:rPr>
              <a:t>Skill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252423"/>
                </a:solidFill>
                <a:latin typeface="Trebuchet MS"/>
                <a:cs typeface="Trebuchet MS"/>
              </a:rPr>
              <a:t>Score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940435" y="3625939"/>
            <a:ext cx="1297940" cy="33782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  <a:tabLst>
                <a:tab pos="732155" algn="l"/>
              </a:tabLst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Placed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Not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Placed</a:t>
            </a:r>
            <a:endParaRPr sz="900">
              <a:latin typeface="Segoe UI"/>
              <a:cs typeface="Segoe UI"/>
            </a:endParaRPr>
          </a:p>
          <a:p>
            <a:pPr marL="186055">
              <a:lnSpc>
                <a:spcPct val="100000"/>
              </a:lnSpc>
              <a:spcBef>
                <a:spcPts val="145"/>
              </a:spcBef>
            </a:pPr>
            <a:r>
              <a:rPr sz="900" spc="-10" dirty="0">
                <a:solidFill>
                  <a:srgbClr val="252423"/>
                </a:solidFill>
                <a:latin typeface="Trebuchet MS"/>
                <a:cs typeface="Trebuchet MS"/>
              </a:rPr>
              <a:t>placement_status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2185416" y="2469786"/>
            <a:ext cx="9062085" cy="4617085"/>
            <a:chOff x="2185416" y="2469786"/>
            <a:chExt cx="9062085" cy="4617085"/>
          </a:xfrm>
        </p:grpSpPr>
        <p:sp>
          <p:nvSpPr>
            <p:cNvPr id="88" name="object 88"/>
            <p:cNvSpPr/>
            <p:nvPr/>
          </p:nvSpPr>
          <p:spPr>
            <a:xfrm>
              <a:off x="9785503" y="2469794"/>
              <a:ext cx="1461770" cy="1149985"/>
            </a:xfrm>
            <a:custGeom>
              <a:avLst/>
              <a:gdLst/>
              <a:ahLst/>
              <a:cxnLst/>
              <a:rect l="l" t="t" r="r" b="b"/>
              <a:pathLst>
                <a:path w="1461770" h="1149985">
                  <a:moveTo>
                    <a:pt x="630047" y="0"/>
                  </a:moveTo>
                  <a:lnTo>
                    <a:pt x="0" y="0"/>
                  </a:lnTo>
                  <a:lnTo>
                    <a:pt x="0" y="1149705"/>
                  </a:lnTo>
                  <a:lnTo>
                    <a:pt x="630047" y="1149705"/>
                  </a:lnTo>
                  <a:lnTo>
                    <a:pt x="630047" y="0"/>
                  </a:lnTo>
                  <a:close/>
                </a:path>
                <a:path w="1461770" h="1149985">
                  <a:moveTo>
                    <a:pt x="1461376" y="1132192"/>
                  </a:moveTo>
                  <a:lnTo>
                    <a:pt x="831316" y="1132192"/>
                  </a:lnTo>
                  <a:lnTo>
                    <a:pt x="831316" y="1149705"/>
                  </a:lnTo>
                  <a:lnTo>
                    <a:pt x="1461376" y="1149705"/>
                  </a:lnTo>
                  <a:lnTo>
                    <a:pt x="1461376" y="1132192"/>
                  </a:lnTo>
                  <a:close/>
                </a:path>
              </a:pathLst>
            </a:custGeom>
            <a:solidFill>
              <a:srgbClr val="FF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5416" y="4175759"/>
              <a:ext cx="6260591" cy="2910839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2378074" y="4295838"/>
            <a:ext cx="16840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Count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company_type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468687" y="6232419"/>
            <a:ext cx="6800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1.95K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(100%)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379515" y="5613431"/>
            <a:ext cx="6076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Count</a:t>
            </a:r>
            <a:r>
              <a:rPr sz="10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of…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559424" y="4295838"/>
            <a:ext cx="20427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YTD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252423"/>
                </a:solidFill>
                <a:latin typeface="Trebuchet MS"/>
                <a:cs typeface="Trebuchet MS"/>
              </a:rPr>
              <a:t>PLACEMENTS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by</a:t>
            </a:r>
            <a:r>
              <a:rPr sz="1400" spc="-6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Month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117895" y="5314950"/>
            <a:ext cx="1962150" cy="843280"/>
          </a:xfrm>
          <a:custGeom>
            <a:avLst/>
            <a:gdLst/>
            <a:ahLst/>
            <a:cxnLst/>
            <a:rect l="l" t="t" r="r" b="b"/>
            <a:pathLst>
              <a:path w="1962150" h="843279">
                <a:moveTo>
                  <a:pt x="9525" y="836891"/>
                </a:moveTo>
                <a:lnTo>
                  <a:pt x="9067" y="835774"/>
                </a:lnTo>
                <a:lnTo>
                  <a:pt x="7200" y="833907"/>
                </a:lnTo>
                <a:lnTo>
                  <a:pt x="6083" y="833437"/>
                </a:lnTo>
                <a:lnTo>
                  <a:pt x="3454" y="833437"/>
                </a:lnTo>
                <a:lnTo>
                  <a:pt x="2336" y="833907"/>
                </a:lnTo>
                <a:lnTo>
                  <a:pt x="469" y="835774"/>
                </a:lnTo>
                <a:lnTo>
                  <a:pt x="0" y="836891"/>
                </a:lnTo>
                <a:lnTo>
                  <a:pt x="0" y="839520"/>
                </a:lnTo>
                <a:lnTo>
                  <a:pt x="469" y="840638"/>
                </a:lnTo>
                <a:lnTo>
                  <a:pt x="2336" y="842505"/>
                </a:lnTo>
                <a:lnTo>
                  <a:pt x="3454" y="842962"/>
                </a:lnTo>
                <a:lnTo>
                  <a:pt x="6083" y="842962"/>
                </a:lnTo>
                <a:lnTo>
                  <a:pt x="7200" y="842505"/>
                </a:lnTo>
                <a:lnTo>
                  <a:pt x="9067" y="840638"/>
                </a:lnTo>
                <a:lnTo>
                  <a:pt x="9525" y="839520"/>
                </a:lnTo>
                <a:lnTo>
                  <a:pt x="9525" y="836891"/>
                </a:lnTo>
                <a:close/>
              </a:path>
              <a:path w="1962150" h="843279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1962150" h="843279">
                <a:moveTo>
                  <a:pt x="57150" y="836891"/>
                </a:moveTo>
                <a:lnTo>
                  <a:pt x="56692" y="835774"/>
                </a:lnTo>
                <a:lnTo>
                  <a:pt x="54825" y="833907"/>
                </a:lnTo>
                <a:lnTo>
                  <a:pt x="53708" y="833437"/>
                </a:lnTo>
                <a:lnTo>
                  <a:pt x="51079" y="833437"/>
                </a:lnTo>
                <a:lnTo>
                  <a:pt x="49961" y="833907"/>
                </a:lnTo>
                <a:lnTo>
                  <a:pt x="48094" y="835774"/>
                </a:lnTo>
                <a:lnTo>
                  <a:pt x="47625" y="836891"/>
                </a:lnTo>
                <a:lnTo>
                  <a:pt x="47625" y="839520"/>
                </a:lnTo>
                <a:lnTo>
                  <a:pt x="48094" y="840638"/>
                </a:lnTo>
                <a:lnTo>
                  <a:pt x="49961" y="842505"/>
                </a:lnTo>
                <a:lnTo>
                  <a:pt x="51079" y="842962"/>
                </a:lnTo>
                <a:lnTo>
                  <a:pt x="53708" y="842962"/>
                </a:lnTo>
                <a:lnTo>
                  <a:pt x="54825" y="842505"/>
                </a:lnTo>
                <a:lnTo>
                  <a:pt x="56692" y="840638"/>
                </a:lnTo>
                <a:lnTo>
                  <a:pt x="57150" y="839520"/>
                </a:lnTo>
                <a:lnTo>
                  <a:pt x="57150" y="836891"/>
                </a:lnTo>
                <a:close/>
              </a:path>
              <a:path w="1962150" h="843279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1962150" h="843279">
                <a:moveTo>
                  <a:pt x="104775" y="836891"/>
                </a:moveTo>
                <a:lnTo>
                  <a:pt x="104317" y="835774"/>
                </a:lnTo>
                <a:lnTo>
                  <a:pt x="102450" y="833907"/>
                </a:lnTo>
                <a:lnTo>
                  <a:pt x="101333" y="833437"/>
                </a:lnTo>
                <a:lnTo>
                  <a:pt x="98704" y="833437"/>
                </a:lnTo>
                <a:lnTo>
                  <a:pt x="97586" y="833907"/>
                </a:lnTo>
                <a:lnTo>
                  <a:pt x="95719" y="835774"/>
                </a:lnTo>
                <a:lnTo>
                  <a:pt x="95250" y="836891"/>
                </a:lnTo>
                <a:lnTo>
                  <a:pt x="95250" y="839520"/>
                </a:lnTo>
                <a:lnTo>
                  <a:pt x="95719" y="840638"/>
                </a:lnTo>
                <a:lnTo>
                  <a:pt x="97586" y="842505"/>
                </a:lnTo>
                <a:lnTo>
                  <a:pt x="98704" y="842962"/>
                </a:lnTo>
                <a:lnTo>
                  <a:pt x="101333" y="842962"/>
                </a:lnTo>
                <a:lnTo>
                  <a:pt x="102450" y="842505"/>
                </a:lnTo>
                <a:lnTo>
                  <a:pt x="104317" y="840638"/>
                </a:lnTo>
                <a:lnTo>
                  <a:pt x="104775" y="839520"/>
                </a:lnTo>
                <a:lnTo>
                  <a:pt x="104775" y="836891"/>
                </a:lnTo>
                <a:close/>
              </a:path>
              <a:path w="1962150" h="843279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1962150" h="843279">
                <a:moveTo>
                  <a:pt x="152400" y="836891"/>
                </a:moveTo>
                <a:lnTo>
                  <a:pt x="151942" y="835774"/>
                </a:lnTo>
                <a:lnTo>
                  <a:pt x="150075" y="833907"/>
                </a:lnTo>
                <a:lnTo>
                  <a:pt x="148958" y="833437"/>
                </a:lnTo>
                <a:lnTo>
                  <a:pt x="146329" y="833437"/>
                </a:lnTo>
                <a:lnTo>
                  <a:pt x="145211" y="833907"/>
                </a:lnTo>
                <a:lnTo>
                  <a:pt x="143344" y="835774"/>
                </a:lnTo>
                <a:lnTo>
                  <a:pt x="142875" y="836891"/>
                </a:lnTo>
                <a:lnTo>
                  <a:pt x="142875" y="839520"/>
                </a:lnTo>
                <a:lnTo>
                  <a:pt x="143344" y="840638"/>
                </a:lnTo>
                <a:lnTo>
                  <a:pt x="145211" y="842505"/>
                </a:lnTo>
                <a:lnTo>
                  <a:pt x="146329" y="842962"/>
                </a:lnTo>
                <a:lnTo>
                  <a:pt x="148958" y="842962"/>
                </a:lnTo>
                <a:lnTo>
                  <a:pt x="150075" y="842505"/>
                </a:lnTo>
                <a:lnTo>
                  <a:pt x="151942" y="840638"/>
                </a:lnTo>
                <a:lnTo>
                  <a:pt x="152400" y="839520"/>
                </a:lnTo>
                <a:lnTo>
                  <a:pt x="152400" y="836891"/>
                </a:lnTo>
                <a:close/>
              </a:path>
              <a:path w="1962150" h="843279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1962150" h="843279">
                <a:moveTo>
                  <a:pt x="200025" y="836891"/>
                </a:moveTo>
                <a:lnTo>
                  <a:pt x="199567" y="835774"/>
                </a:lnTo>
                <a:lnTo>
                  <a:pt x="197700" y="833907"/>
                </a:lnTo>
                <a:lnTo>
                  <a:pt x="196583" y="833437"/>
                </a:lnTo>
                <a:lnTo>
                  <a:pt x="193954" y="833437"/>
                </a:lnTo>
                <a:lnTo>
                  <a:pt x="192836" y="833907"/>
                </a:lnTo>
                <a:lnTo>
                  <a:pt x="190969" y="835774"/>
                </a:lnTo>
                <a:lnTo>
                  <a:pt x="190500" y="836891"/>
                </a:lnTo>
                <a:lnTo>
                  <a:pt x="190500" y="839520"/>
                </a:lnTo>
                <a:lnTo>
                  <a:pt x="190969" y="840638"/>
                </a:lnTo>
                <a:lnTo>
                  <a:pt x="192836" y="842505"/>
                </a:lnTo>
                <a:lnTo>
                  <a:pt x="193954" y="842962"/>
                </a:lnTo>
                <a:lnTo>
                  <a:pt x="196583" y="842962"/>
                </a:lnTo>
                <a:lnTo>
                  <a:pt x="197700" y="842505"/>
                </a:lnTo>
                <a:lnTo>
                  <a:pt x="199567" y="840638"/>
                </a:lnTo>
                <a:lnTo>
                  <a:pt x="200025" y="839520"/>
                </a:lnTo>
                <a:lnTo>
                  <a:pt x="200025" y="836891"/>
                </a:lnTo>
                <a:close/>
              </a:path>
              <a:path w="1962150" h="843279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1962150" h="843279">
                <a:moveTo>
                  <a:pt x="247650" y="836891"/>
                </a:moveTo>
                <a:lnTo>
                  <a:pt x="247192" y="835774"/>
                </a:lnTo>
                <a:lnTo>
                  <a:pt x="245325" y="833907"/>
                </a:lnTo>
                <a:lnTo>
                  <a:pt x="244208" y="833437"/>
                </a:lnTo>
                <a:lnTo>
                  <a:pt x="241579" y="833437"/>
                </a:lnTo>
                <a:lnTo>
                  <a:pt x="240461" y="833907"/>
                </a:lnTo>
                <a:lnTo>
                  <a:pt x="238594" y="835774"/>
                </a:lnTo>
                <a:lnTo>
                  <a:pt x="238125" y="836891"/>
                </a:lnTo>
                <a:lnTo>
                  <a:pt x="238125" y="839520"/>
                </a:lnTo>
                <a:lnTo>
                  <a:pt x="238594" y="840638"/>
                </a:lnTo>
                <a:lnTo>
                  <a:pt x="240461" y="842505"/>
                </a:lnTo>
                <a:lnTo>
                  <a:pt x="241579" y="842962"/>
                </a:lnTo>
                <a:lnTo>
                  <a:pt x="244208" y="842962"/>
                </a:lnTo>
                <a:lnTo>
                  <a:pt x="245325" y="842505"/>
                </a:lnTo>
                <a:lnTo>
                  <a:pt x="247192" y="840638"/>
                </a:lnTo>
                <a:lnTo>
                  <a:pt x="247650" y="839520"/>
                </a:lnTo>
                <a:lnTo>
                  <a:pt x="247650" y="836891"/>
                </a:lnTo>
                <a:close/>
              </a:path>
              <a:path w="1962150" h="843279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1962150" h="843279">
                <a:moveTo>
                  <a:pt x="295275" y="836891"/>
                </a:moveTo>
                <a:lnTo>
                  <a:pt x="294817" y="835774"/>
                </a:lnTo>
                <a:lnTo>
                  <a:pt x="292950" y="833907"/>
                </a:lnTo>
                <a:lnTo>
                  <a:pt x="291833" y="833437"/>
                </a:lnTo>
                <a:lnTo>
                  <a:pt x="289204" y="833437"/>
                </a:lnTo>
                <a:lnTo>
                  <a:pt x="288086" y="833907"/>
                </a:lnTo>
                <a:lnTo>
                  <a:pt x="286219" y="835774"/>
                </a:lnTo>
                <a:lnTo>
                  <a:pt x="285750" y="836891"/>
                </a:lnTo>
                <a:lnTo>
                  <a:pt x="285750" y="839520"/>
                </a:lnTo>
                <a:lnTo>
                  <a:pt x="286219" y="840638"/>
                </a:lnTo>
                <a:lnTo>
                  <a:pt x="288086" y="842505"/>
                </a:lnTo>
                <a:lnTo>
                  <a:pt x="289204" y="842962"/>
                </a:lnTo>
                <a:lnTo>
                  <a:pt x="291833" y="842962"/>
                </a:lnTo>
                <a:lnTo>
                  <a:pt x="292950" y="842505"/>
                </a:lnTo>
                <a:lnTo>
                  <a:pt x="294817" y="840638"/>
                </a:lnTo>
                <a:lnTo>
                  <a:pt x="295275" y="839520"/>
                </a:lnTo>
                <a:lnTo>
                  <a:pt x="295275" y="836891"/>
                </a:lnTo>
                <a:close/>
              </a:path>
              <a:path w="1962150" h="843279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1962150" h="843279">
                <a:moveTo>
                  <a:pt x="342900" y="836891"/>
                </a:moveTo>
                <a:lnTo>
                  <a:pt x="342442" y="835774"/>
                </a:lnTo>
                <a:lnTo>
                  <a:pt x="340575" y="833907"/>
                </a:lnTo>
                <a:lnTo>
                  <a:pt x="339458" y="833437"/>
                </a:lnTo>
                <a:lnTo>
                  <a:pt x="336829" y="833437"/>
                </a:lnTo>
                <a:lnTo>
                  <a:pt x="335711" y="833907"/>
                </a:lnTo>
                <a:lnTo>
                  <a:pt x="333844" y="835774"/>
                </a:lnTo>
                <a:lnTo>
                  <a:pt x="333375" y="836891"/>
                </a:lnTo>
                <a:lnTo>
                  <a:pt x="333375" y="839520"/>
                </a:lnTo>
                <a:lnTo>
                  <a:pt x="333844" y="840638"/>
                </a:lnTo>
                <a:lnTo>
                  <a:pt x="335711" y="842505"/>
                </a:lnTo>
                <a:lnTo>
                  <a:pt x="336829" y="842962"/>
                </a:lnTo>
                <a:lnTo>
                  <a:pt x="339458" y="842962"/>
                </a:lnTo>
                <a:lnTo>
                  <a:pt x="340575" y="842505"/>
                </a:lnTo>
                <a:lnTo>
                  <a:pt x="342442" y="840638"/>
                </a:lnTo>
                <a:lnTo>
                  <a:pt x="342900" y="839520"/>
                </a:lnTo>
                <a:lnTo>
                  <a:pt x="342900" y="836891"/>
                </a:lnTo>
                <a:close/>
              </a:path>
              <a:path w="1962150" h="843279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1962150" h="843279">
                <a:moveTo>
                  <a:pt x="390525" y="836891"/>
                </a:moveTo>
                <a:lnTo>
                  <a:pt x="390067" y="835774"/>
                </a:lnTo>
                <a:lnTo>
                  <a:pt x="388200" y="833907"/>
                </a:lnTo>
                <a:lnTo>
                  <a:pt x="387083" y="833437"/>
                </a:lnTo>
                <a:lnTo>
                  <a:pt x="384454" y="833437"/>
                </a:lnTo>
                <a:lnTo>
                  <a:pt x="383336" y="833907"/>
                </a:lnTo>
                <a:lnTo>
                  <a:pt x="381469" y="835774"/>
                </a:lnTo>
                <a:lnTo>
                  <a:pt x="381000" y="836891"/>
                </a:lnTo>
                <a:lnTo>
                  <a:pt x="381000" y="839520"/>
                </a:lnTo>
                <a:lnTo>
                  <a:pt x="381469" y="840638"/>
                </a:lnTo>
                <a:lnTo>
                  <a:pt x="383336" y="842505"/>
                </a:lnTo>
                <a:lnTo>
                  <a:pt x="384454" y="842962"/>
                </a:lnTo>
                <a:lnTo>
                  <a:pt x="387083" y="842962"/>
                </a:lnTo>
                <a:lnTo>
                  <a:pt x="388200" y="842505"/>
                </a:lnTo>
                <a:lnTo>
                  <a:pt x="390067" y="840638"/>
                </a:lnTo>
                <a:lnTo>
                  <a:pt x="390525" y="839520"/>
                </a:lnTo>
                <a:lnTo>
                  <a:pt x="390525" y="836891"/>
                </a:lnTo>
                <a:close/>
              </a:path>
              <a:path w="1962150" h="843279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1962150" h="843279">
                <a:moveTo>
                  <a:pt x="438150" y="836891"/>
                </a:moveTo>
                <a:lnTo>
                  <a:pt x="437692" y="835774"/>
                </a:lnTo>
                <a:lnTo>
                  <a:pt x="435825" y="833907"/>
                </a:lnTo>
                <a:lnTo>
                  <a:pt x="434708" y="833437"/>
                </a:lnTo>
                <a:lnTo>
                  <a:pt x="432079" y="833437"/>
                </a:lnTo>
                <a:lnTo>
                  <a:pt x="430961" y="833907"/>
                </a:lnTo>
                <a:lnTo>
                  <a:pt x="429094" y="835774"/>
                </a:lnTo>
                <a:lnTo>
                  <a:pt x="428625" y="836891"/>
                </a:lnTo>
                <a:lnTo>
                  <a:pt x="428625" y="839520"/>
                </a:lnTo>
                <a:lnTo>
                  <a:pt x="429094" y="840638"/>
                </a:lnTo>
                <a:lnTo>
                  <a:pt x="430961" y="842505"/>
                </a:lnTo>
                <a:lnTo>
                  <a:pt x="432079" y="842962"/>
                </a:lnTo>
                <a:lnTo>
                  <a:pt x="434708" y="842962"/>
                </a:lnTo>
                <a:lnTo>
                  <a:pt x="435825" y="842505"/>
                </a:lnTo>
                <a:lnTo>
                  <a:pt x="437692" y="840638"/>
                </a:lnTo>
                <a:lnTo>
                  <a:pt x="438150" y="839520"/>
                </a:lnTo>
                <a:lnTo>
                  <a:pt x="438150" y="836891"/>
                </a:lnTo>
                <a:close/>
              </a:path>
              <a:path w="1962150" h="843279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1962150" h="843279">
                <a:moveTo>
                  <a:pt x="485775" y="836891"/>
                </a:moveTo>
                <a:lnTo>
                  <a:pt x="485317" y="835774"/>
                </a:lnTo>
                <a:lnTo>
                  <a:pt x="483450" y="833907"/>
                </a:lnTo>
                <a:lnTo>
                  <a:pt x="482333" y="833437"/>
                </a:lnTo>
                <a:lnTo>
                  <a:pt x="479704" y="833437"/>
                </a:lnTo>
                <a:lnTo>
                  <a:pt x="478586" y="833907"/>
                </a:lnTo>
                <a:lnTo>
                  <a:pt x="476719" y="835774"/>
                </a:lnTo>
                <a:lnTo>
                  <a:pt x="476250" y="836891"/>
                </a:lnTo>
                <a:lnTo>
                  <a:pt x="476250" y="839520"/>
                </a:lnTo>
                <a:lnTo>
                  <a:pt x="476719" y="840638"/>
                </a:lnTo>
                <a:lnTo>
                  <a:pt x="478586" y="842505"/>
                </a:lnTo>
                <a:lnTo>
                  <a:pt x="479704" y="842962"/>
                </a:lnTo>
                <a:lnTo>
                  <a:pt x="482333" y="842962"/>
                </a:lnTo>
                <a:lnTo>
                  <a:pt x="483450" y="842505"/>
                </a:lnTo>
                <a:lnTo>
                  <a:pt x="485317" y="840638"/>
                </a:lnTo>
                <a:lnTo>
                  <a:pt x="485775" y="839520"/>
                </a:lnTo>
                <a:lnTo>
                  <a:pt x="485775" y="836891"/>
                </a:lnTo>
                <a:close/>
              </a:path>
              <a:path w="1962150" h="843279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1962150" h="843279">
                <a:moveTo>
                  <a:pt x="533400" y="836891"/>
                </a:moveTo>
                <a:lnTo>
                  <a:pt x="532942" y="835774"/>
                </a:lnTo>
                <a:lnTo>
                  <a:pt x="531075" y="833907"/>
                </a:lnTo>
                <a:lnTo>
                  <a:pt x="529958" y="833437"/>
                </a:lnTo>
                <a:lnTo>
                  <a:pt x="527329" y="833437"/>
                </a:lnTo>
                <a:lnTo>
                  <a:pt x="526211" y="833907"/>
                </a:lnTo>
                <a:lnTo>
                  <a:pt x="524344" y="835774"/>
                </a:lnTo>
                <a:lnTo>
                  <a:pt x="523875" y="836891"/>
                </a:lnTo>
                <a:lnTo>
                  <a:pt x="523875" y="839520"/>
                </a:lnTo>
                <a:lnTo>
                  <a:pt x="524344" y="840638"/>
                </a:lnTo>
                <a:lnTo>
                  <a:pt x="526211" y="842505"/>
                </a:lnTo>
                <a:lnTo>
                  <a:pt x="527329" y="842962"/>
                </a:lnTo>
                <a:lnTo>
                  <a:pt x="529958" y="842962"/>
                </a:lnTo>
                <a:lnTo>
                  <a:pt x="531075" y="842505"/>
                </a:lnTo>
                <a:lnTo>
                  <a:pt x="532942" y="840638"/>
                </a:lnTo>
                <a:lnTo>
                  <a:pt x="533400" y="839520"/>
                </a:lnTo>
                <a:lnTo>
                  <a:pt x="533400" y="836891"/>
                </a:lnTo>
                <a:close/>
              </a:path>
              <a:path w="1962150" h="843279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1962150" h="843279">
                <a:moveTo>
                  <a:pt x="581025" y="836891"/>
                </a:moveTo>
                <a:lnTo>
                  <a:pt x="580567" y="835774"/>
                </a:lnTo>
                <a:lnTo>
                  <a:pt x="578700" y="833907"/>
                </a:lnTo>
                <a:lnTo>
                  <a:pt x="577583" y="833437"/>
                </a:lnTo>
                <a:lnTo>
                  <a:pt x="574954" y="833437"/>
                </a:lnTo>
                <a:lnTo>
                  <a:pt x="573836" y="833907"/>
                </a:lnTo>
                <a:lnTo>
                  <a:pt x="571969" y="835774"/>
                </a:lnTo>
                <a:lnTo>
                  <a:pt x="571500" y="836891"/>
                </a:lnTo>
                <a:lnTo>
                  <a:pt x="571500" y="839520"/>
                </a:lnTo>
                <a:lnTo>
                  <a:pt x="571969" y="840638"/>
                </a:lnTo>
                <a:lnTo>
                  <a:pt x="573836" y="842505"/>
                </a:lnTo>
                <a:lnTo>
                  <a:pt x="574954" y="842962"/>
                </a:lnTo>
                <a:lnTo>
                  <a:pt x="577583" y="842962"/>
                </a:lnTo>
                <a:lnTo>
                  <a:pt x="578700" y="842505"/>
                </a:lnTo>
                <a:lnTo>
                  <a:pt x="580567" y="840638"/>
                </a:lnTo>
                <a:lnTo>
                  <a:pt x="581025" y="839520"/>
                </a:lnTo>
                <a:lnTo>
                  <a:pt x="581025" y="836891"/>
                </a:lnTo>
                <a:close/>
              </a:path>
              <a:path w="1962150" h="843279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1962150" h="843279">
                <a:moveTo>
                  <a:pt x="628650" y="836891"/>
                </a:moveTo>
                <a:lnTo>
                  <a:pt x="628192" y="835774"/>
                </a:lnTo>
                <a:lnTo>
                  <a:pt x="626325" y="833907"/>
                </a:lnTo>
                <a:lnTo>
                  <a:pt x="625208" y="833437"/>
                </a:lnTo>
                <a:lnTo>
                  <a:pt x="622579" y="833437"/>
                </a:lnTo>
                <a:lnTo>
                  <a:pt x="621461" y="833907"/>
                </a:lnTo>
                <a:lnTo>
                  <a:pt x="619594" y="835774"/>
                </a:lnTo>
                <a:lnTo>
                  <a:pt x="619125" y="836891"/>
                </a:lnTo>
                <a:lnTo>
                  <a:pt x="619125" y="839520"/>
                </a:lnTo>
                <a:lnTo>
                  <a:pt x="619594" y="840638"/>
                </a:lnTo>
                <a:lnTo>
                  <a:pt x="621461" y="842505"/>
                </a:lnTo>
                <a:lnTo>
                  <a:pt x="622579" y="842962"/>
                </a:lnTo>
                <a:lnTo>
                  <a:pt x="625208" y="842962"/>
                </a:lnTo>
                <a:lnTo>
                  <a:pt x="626325" y="842505"/>
                </a:lnTo>
                <a:lnTo>
                  <a:pt x="628192" y="840638"/>
                </a:lnTo>
                <a:lnTo>
                  <a:pt x="628650" y="839520"/>
                </a:lnTo>
                <a:lnTo>
                  <a:pt x="628650" y="836891"/>
                </a:lnTo>
                <a:close/>
              </a:path>
              <a:path w="1962150" h="843279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1962150" h="843279">
                <a:moveTo>
                  <a:pt x="676275" y="836891"/>
                </a:moveTo>
                <a:lnTo>
                  <a:pt x="675817" y="835774"/>
                </a:lnTo>
                <a:lnTo>
                  <a:pt x="673950" y="833907"/>
                </a:lnTo>
                <a:lnTo>
                  <a:pt x="672833" y="833437"/>
                </a:lnTo>
                <a:lnTo>
                  <a:pt x="670204" y="833437"/>
                </a:lnTo>
                <a:lnTo>
                  <a:pt x="669086" y="833907"/>
                </a:lnTo>
                <a:lnTo>
                  <a:pt x="667219" y="835774"/>
                </a:lnTo>
                <a:lnTo>
                  <a:pt x="666750" y="836891"/>
                </a:lnTo>
                <a:lnTo>
                  <a:pt x="666750" y="839520"/>
                </a:lnTo>
                <a:lnTo>
                  <a:pt x="667219" y="840638"/>
                </a:lnTo>
                <a:lnTo>
                  <a:pt x="669086" y="842505"/>
                </a:lnTo>
                <a:lnTo>
                  <a:pt x="670204" y="842962"/>
                </a:lnTo>
                <a:lnTo>
                  <a:pt x="672833" y="842962"/>
                </a:lnTo>
                <a:lnTo>
                  <a:pt x="673950" y="842505"/>
                </a:lnTo>
                <a:lnTo>
                  <a:pt x="675817" y="840638"/>
                </a:lnTo>
                <a:lnTo>
                  <a:pt x="676275" y="839520"/>
                </a:lnTo>
                <a:lnTo>
                  <a:pt x="676275" y="836891"/>
                </a:lnTo>
                <a:close/>
              </a:path>
              <a:path w="1962150" h="843279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1962150" h="843279">
                <a:moveTo>
                  <a:pt x="723900" y="836891"/>
                </a:moveTo>
                <a:lnTo>
                  <a:pt x="723442" y="835774"/>
                </a:lnTo>
                <a:lnTo>
                  <a:pt x="721575" y="833907"/>
                </a:lnTo>
                <a:lnTo>
                  <a:pt x="720458" y="833437"/>
                </a:lnTo>
                <a:lnTo>
                  <a:pt x="717829" y="833437"/>
                </a:lnTo>
                <a:lnTo>
                  <a:pt x="716711" y="833907"/>
                </a:lnTo>
                <a:lnTo>
                  <a:pt x="714844" y="835774"/>
                </a:lnTo>
                <a:lnTo>
                  <a:pt x="714375" y="836891"/>
                </a:lnTo>
                <a:lnTo>
                  <a:pt x="714375" y="839520"/>
                </a:lnTo>
                <a:lnTo>
                  <a:pt x="714844" y="840638"/>
                </a:lnTo>
                <a:lnTo>
                  <a:pt x="716711" y="842505"/>
                </a:lnTo>
                <a:lnTo>
                  <a:pt x="717829" y="842962"/>
                </a:lnTo>
                <a:lnTo>
                  <a:pt x="720458" y="842962"/>
                </a:lnTo>
                <a:lnTo>
                  <a:pt x="721575" y="842505"/>
                </a:lnTo>
                <a:lnTo>
                  <a:pt x="723442" y="840638"/>
                </a:lnTo>
                <a:lnTo>
                  <a:pt x="723900" y="839520"/>
                </a:lnTo>
                <a:lnTo>
                  <a:pt x="723900" y="836891"/>
                </a:lnTo>
                <a:close/>
              </a:path>
              <a:path w="1962150" h="843279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1962150" h="843279">
                <a:moveTo>
                  <a:pt x="771525" y="836891"/>
                </a:moveTo>
                <a:lnTo>
                  <a:pt x="771067" y="835774"/>
                </a:lnTo>
                <a:lnTo>
                  <a:pt x="769200" y="833907"/>
                </a:lnTo>
                <a:lnTo>
                  <a:pt x="768083" y="833437"/>
                </a:lnTo>
                <a:lnTo>
                  <a:pt x="765454" y="833437"/>
                </a:lnTo>
                <a:lnTo>
                  <a:pt x="764336" y="833907"/>
                </a:lnTo>
                <a:lnTo>
                  <a:pt x="762469" y="835774"/>
                </a:lnTo>
                <a:lnTo>
                  <a:pt x="762000" y="836891"/>
                </a:lnTo>
                <a:lnTo>
                  <a:pt x="762000" y="839520"/>
                </a:lnTo>
                <a:lnTo>
                  <a:pt x="762469" y="840638"/>
                </a:lnTo>
                <a:lnTo>
                  <a:pt x="764336" y="842505"/>
                </a:lnTo>
                <a:lnTo>
                  <a:pt x="765454" y="842962"/>
                </a:lnTo>
                <a:lnTo>
                  <a:pt x="768083" y="842962"/>
                </a:lnTo>
                <a:lnTo>
                  <a:pt x="769200" y="842505"/>
                </a:lnTo>
                <a:lnTo>
                  <a:pt x="771067" y="840638"/>
                </a:lnTo>
                <a:lnTo>
                  <a:pt x="771525" y="839520"/>
                </a:lnTo>
                <a:lnTo>
                  <a:pt x="771525" y="836891"/>
                </a:lnTo>
                <a:close/>
              </a:path>
              <a:path w="1962150" h="843279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1962150" h="843279">
                <a:moveTo>
                  <a:pt x="819150" y="836891"/>
                </a:moveTo>
                <a:lnTo>
                  <a:pt x="818692" y="835774"/>
                </a:lnTo>
                <a:lnTo>
                  <a:pt x="816825" y="833907"/>
                </a:lnTo>
                <a:lnTo>
                  <a:pt x="815708" y="833437"/>
                </a:lnTo>
                <a:lnTo>
                  <a:pt x="813079" y="833437"/>
                </a:lnTo>
                <a:lnTo>
                  <a:pt x="811961" y="833907"/>
                </a:lnTo>
                <a:lnTo>
                  <a:pt x="810094" y="835774"/>
                </a:lnTo>
                <a:lnTo>
                  <a:pt x="809625" y="836891"/>
                </a:lnTo>
                <a:lnTo>
                  <a:pt x="809625" y="839520"/>
                </a:lnTo>
                <a:lnTo>
                  <a:pt x="810094" y="840638"/>
                </a:lnTo>
                <a:lnTo>
                  <a:pt x="811961" y="842505"/>
                </a:lnTo>
                <a:lnTo>
                  <a:pt x="813079" y="842962"/>
                </a:lnTo>
                <a:lnTo>
                  <a:pt x="815708" y="842962"/>
                </a:lnTo>
                <a:lnTo>
                  <a:pt x="816825" y="842505"/>
                </a:lnTo>
                <a:lnTo>
                  <a:pt x="818692" y="840638"/>
                </a:lnTo>
                <a:lnTo>
                  <a:pt x="819150" y="839520"/>
                </a:lnTo>
                <a:lnTo>
                  <a:pt x="819150" y="836891"/>
                </a:lnTo>
                <a:close/>
              </a:path>
              <a:path w="1962150" h="843279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1962150" h="843279">
                <a:moveTo>
                  <a:pt x="866775" y="836891"/>
                </a:moveTo>
                <a:lnTo>
                  <a:pt x="866317" y="835774"/>
                </a:lnTo>
                <a:lnTo>
                  <a:pt x="864450" y="833907"/>
                </a:lnTo>
                <a:lnTo>
                  <a:pt x="863333" y="833437"/>
                </a:lnTo>
                <a:lnTo>
                  <a:pt x="860704" y="833437"/>
                </a:lnTo>
                <a:lnTo>
                  <a:pt x="859586" y="833907"/>
                </a:lnTo>
                <a:lnTo>
                  <a:pt x="857719" y="835774"/>
                </a:lnTo>
                <a:lnTo>
                  <a:pt x="857250" y="836891"/>
                </a:lnTo>
                <a:lnTo>
                  <a:pt x="857250" y="839520"/>
                </a:lnTo>
                <a:lnTo>
                  <a:pt x="857719" y="840638"/>
                </a:lnTo>
                <a:lnTo>
                  <a:pt x="859586" y="842505"/>
                </a:lnTo>
                <a:lnTo>
                  <a:pt x="860704" y="842962"/>
                </a:lnTo>
                <a:lnTo>
                  <a:pt x="863333" y="842962"/>
                </a:lnTo>
                <a:lnTo>
                  <a:pt x="864450" y="842505"/>
                </a:lnTo>
                <a:lnTo>
                  <a:pt x="866317" y="840638"/>
                </a:lnTo>
                <a:lnTo>
                  <a:pt x="866775" y="839520"/>
                </a:lnTo>
                <a:lnTo>
                  <a:pt x="866775" y="836891"/>
                </a:lnTo>
                <a:close/>
              </a:path>
              <a:path w="1962150" h="843279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1962150" h="843279">
                <a:moveTo>
                  <a:pt x="914400" y="836891"/>
                </a:moveTo>
                <a:lnTo>
                  <a:pt x="913942" y="835774"/>
                </a:lnTo>
                <a:lnTo>
                  <a:pt x="912075" y="833907"/>
                </a:lnTo>
                <a:lnTo>
                  <a:pt x="910958" y="833437"/>
                </a:lnTo>
                <a:lnTo>
                  <a:pt x="908329" y="833437"/>
                </a:lnTo>
                <a:lnTo>
                  <a:pt x="907211" y="833907"/>
                </a:lnTo>
                <a:lnTo>
                  <a:pt x="905344" y="835774"/>
                </a:lnTo>
                <a:lnTo>
                  <a:pt x="904875" y="836891"/>
                </a:lnTo>
                <a:lnTo>
                  <a:pt x="904875" y="839520"/>
                </a:lnTo>
                <a:lnTo>
                  <a:pt x="905344" y="840638"/>
                </a:lnTo>
                <a:lnTo>
                  <a:pt x="907211" y="842505"/>
                </a:lnTo>
                <a:lnTo>
                  <a:pt x="908329" y="842962"/>
                </a:lnTo>
                <a:lnTo>
                  <a:pt x="910958" y="842962"/>
                </a:lnTo>
                <a:lnTo>
                  <a:pt x="912075" y="842505"/>
                </a:lnTo>
                <a:lnTo>
                  <a:pt x="913942" y="840638"/>
                </a:lnTo>
                <a:lnTo>
                  <a:pt x="914400" y="839520"/>
                </a:lnTo>
                <a:lnTo>
                  <a:pt x="914400" y="836891"/>
                </a:lnTo>
                <a:close/>
              </a:path>
              <a:path w="1962150" h="843279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1962150" h="843279">
                <a:moveTo>
                  <a:pt x="962025" y="836891"/>
                </a:moveTo>
                <a:lnTo>
                  <a:pt x="961567" y="835774"/>
                </a:lnTo>
                <a:lnTo>
                  <a:pt x="959700" y="833907"/>
                </a:lnTo>
                <a:lnTo>
                  <a:pt x="958583" y="833437"/>
                </a:lnTo>
                <a:lnTo>
                  <a:pt x="955954" y="833437"/>
                </a:lnTo>
                <a:lnTo>
                  <a:pt x="954836" y="833907"/>
                </a:lnTo>
                <a:lnTo>
                  <a:pt x="952969" y="835774"/>
                </a:lnTo>
                <a:lnTo>
                  <a:pt x="952500" y="836891"/>
                </a:lnTo>
                <a:lnTo>
                  <a:pt x="952500" y="839520"/>
                </a:lnTo>
                <a:lnTo>
                  <a:pt x="952969" y="840638"/>
                </a:lnTo>
                <a:lnTo>
                  <a:pt x="954836" y="842505"/>
                </a:lnTo>
                <a:lnTo>
                  <a:pt x="955954" y="842962"/>
                </a:lnTo>
                <a:lnTo>
                  <a:pt x="958583" y="842962"/>
                </a:lnTo>
                <a:lnTo>
                  <a:pt x="959700" y="842505"/>
                </a:lnTo>
                <a:lnTo>
                  <a:pt x="961567" y="840638"/>
                </a:lnTo>
                <a:lnTo>
                  <a:pt x="962025" y="839520"/>
                </a:lnTo>
                <a:lnTo>
                  <a:pt x="962025" y="836891"/>
                </a:lnTo>
                <a:close/>
              </a:path>
              <a:path w="1962150" h="843279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1962150" h="843279">
                <a:moveTo>
                  <a:pt x="1009650" y="836891"/>
                </a:moveTo>
                <a:lnTo>
                  <a:pt x="1009192" y="835774"/>
                </a:lnTo>
                <a:lnTo>
                  <a:pt x="1007325" y="833907"/>
                </a:lnTo>
                <a:lnTo>
                  <a:pt x="1006208" y="833437"/>
                </a:lnTo>
                <a:lnTo>
                  <a:pt x="1003579" y="833437"/>
                </a:lnTo>
                <a:lnTo>
                  <a:pt x="1002461" y="833907"/>
                </a:lnTo>
                <a:lnTo>
                  <a:pt x="1000594" y="835774"/>
                </a:lnTo>
                <a:lnTo>
                  <a:pt x="1000125" y="836891"/>
                </a:lnTo>
                <a:lnTo>
                  <a:pt x="1000125" y="839520"/>
                </a:lnTo>
                <a:lnTo>
                  <a:pt x="1000594" y="840638"/>
                </a:lnTo>
                <a:lnTo>
                  <a:pt x="1002461" y="842505"/>
                </a:lnTo>
                <a:lnTo>
                  <a:pt x="1003579" y="842962"/>
                </a:lnTo>
                <a:lnTo>
                  <a:pt x="1006208" y="842962"/>
                </a:lnTo>
                <a:lnTo>
                  <a:pt x="1007325" y="842505"/>
                </a:lnTo>
                <a:lnTo>
                  <a:pt x="1009192" y="840638"/>
                </a:lnTo>
                <a:lnTo>
                  <a:pt x="1009650" y="839520"/>
                </a:lnTo>
                <a:lnTo>
                  <a:pt x="1009650" y="836891"/>
                </a:lnTo>
                <a:close/>
              </a:path>
              <a:path w="1962150" h="843279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1962150" h="843279">
                <a:moveTo>
                  <a:pt x="1057275" y="836891"/>
                </a:moveTo>
                <a:lnTo>
                  <a:pt x="1056817" y="835774"/>
                </a:lnTo>
                <a:lnTo>
                  <a:pt x="1054950" y="833907"/>
                </a:lnTo>
                <a:lnTo>
                  <a:pt x="1053833" y="833437"/>
                </a:lnTo>
                <a:lnTo>
                  <a:pt x="1051204" y="833437"/>
                </a:lnTo>
                <a:lnTo>
                  <a:pt x="1050086" y="833907"/>
                </a:lnTo>
                <a:lnTo>
                  <a:pt x="1048219" y="835774"/>
                </a:lnTo>
                <a:lnTo>
                  <a:pt x="1047750" y="836891"/>
                </a:lnTo>
                <a:lnTo>
                  <a:pt x="1047750" y="839520"/>
                </a:lnTo>
                <a:lnTo>
                  <a:pt x="1048219" y="840638"/>
                </a:lnTo>
                <a:lnTo>
                  <a:pt x="1050086" y="842505"/>
                </a:lnTo>
                <a:lnTo>
                  <a:pt x="1051204" y="842962"/>
                </a:lnTo>
                <a:lnTo>
                  <a:pt x="1053833" y="842962"/>
                </a:lnTo>
                <a:lnTo>
                  <a:pt x="1054950" y="842505"/>
                </a:lnTo>
                <a:lnTo>
                  <a:pt x="1056817" y="840638"/>
                </a:lnTo>
                <a:lnTo>
                  <a:pt x="1057275" y="839520"/>
                </a:lnTo>
                <a:lnTo>
                  <a:pt x="1057275" y="836891"/>
                </a:lnTo>
                <a:close/>
              </a:path>
              <a:path w="1962150" h="843279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1962150" h="843279">
                <a:moveTo>
                  <a:pt x="1104900" y="836891"/>
                </a:moveTo>
                <a:lnTo>
                  <a:pt x="1104442" y="835774"/>
                </a:lnTo>
                <a:lnTo>
                  <a:pt x="1102575" y="833907"/>
                </a:lnTo>
                <a:lnTo>
                  <a:pt x="1101458" y="833437"/>
                </a:lnTo>
                <a:lnTo>
                  <a:pt x="1098829" y="833437"/>
                </a:lnTo>
                <a:lnTo>
                  <a:pt x="1097711" y="833907"/>
                </a:lnTo>
                <a:lnTo>
                  <a:pt x="1095844" y="835774"/>
                </a:lnTo>
                <a:lnTo>
                  <a:pt x="1095375" y="836891"/>
                </a:lnTo>
                <a:lnTo>
                  <a:pt x="1095375" y="839520"/>
                </a:lnTo>
                <a:lnTo>
                  <a:pt x="1095844" y="840638"/>
                </a:lnTo>
                <a:lnTo>
                  <a:pt x="1097711" y="842505"/>
                </a:lnTo>
                <a:lnTo>
                  <a:pt x="1098829" y="842962"/>
                </a:lnTo>
                <a:lnTo>
                  <a:pt x="1101458" y="842962"/>
                </a:lnTo>
                <a:lnTo>
                  <a:pt x="1102575" y="842505"/>
                </a:lnTo>
                <a:lnTo>
                  <a:pt x="1104442" y="840638"/>
                </a:lnTo>
                <a:lnTo>
                  <a:pt x="1104900" y="839520"/>
                </a:lnTo>
                <a:lnTo>
                  <a:pt x="1104900" y="836891"/>
                </a:lnTo>
                <a:close/>
              </a:path>
              <a:path w="1962150" h="843279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1962150" h="843279">
                <a:moveTo>
                  <a:pt x="1152525" y="836891"/>
                </a:moveTo>
                <a:lnTo>
                  <a:pt x="1152067" y="835774"/>
                </a:lnTo>
                <a:lnTo>
                  <a:pt x="1150200" y="833907"/>
                </a:lnTo>
                <a:lnTo>
                  <a:pt x="1149083" y="833437"/>
                </a:lnTo>
                <a:lnTo>
                  <a:pt x="1146454" y="833437"/>
                </a:lnTo>
                <a:lnTo>
                  <a:pt x="1145336" y="833907"/>
                </a:lnTo>
                <a:lnTo>
                  <a:pt x="1143469" y="835774"/>
                </a:lnTo>
                <a:lnTo>
                  <a:pt x="1143000" y="836891"/>
                </a:lnTo>
                <a:lnTo>
                  <a:pt x="1143000" y="839520"/>
                </a:lnTo>
                <a:lnTo>
                  <a:pt x="1143469" y="840638"/>
                </a:lnTo>
                <a:lnTo>
                  <a:pt x="1145336" y="842505"/>
                </a:lnTo>
                <a:lnTo>
                  <a:pt x="1146454" y="842962"/>
                </a:lnTo>
                <a:lnTo>
                  <a:pt x="1149083" y="842962"/>
                </a:lnTo>
                <a:lnTo>
                  <a:pt x="1150200" y="842505"/>
                </a:lnTo>
                <a:lnTo>
                  <a:pt x="1152067" y="840638"/>
                </a:lnTo>
                <a:lnTo>
                  <a:pt x="1152525" y="839520"/>
                </a:lnTo>
                <a:lnTo>
                  <a:pt x="1152525" y="836891"/>
                </a:lnTo>
                <a:close/>
              </a:path>
              <a:path w="1962150" h="843279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1962150" h="843279">
                <a:moveTo>
                  <a:pt x="1200150" y="836891"/>
                </a:moveTo>
                <a:lnTo>
                  <a:pt x="1199692" y="835774"/>
                </a:lnTo>
                <a:lnTo>
                  <a:pt x="1197825" y="833907"/>
                </a:lnTo>
                <a:lnTo>
                  <a:pt x="1196708" y="833437"/>
                </a:lnTo>
                <a:lnTo>
                  <a:pt x="1194079" y="833437"/>
                </a:lnTo>
                <a:lnTo>
                  <a:pt x="1192961" y="833907"/>
                </a:lnTo>
                <a:lnTo>
                  <a:pt x="1191094" y="835774"/>
                </a:lnTo>
                <a:lnTo>
                  <a:pt x="1190625" y="836891"/>
                </a:lnTo>
                <a:lnTo>
                  <a:pt x="1190625" y="839520"/>
                </a:lnTo>
                <a:lnTo>
                  <a:pt x="1191094" y="840638"/>
                </a:lnTo>
                <a:lnTo>
                  <a:pt x="1192961" y="842505"/>
                </a:lnTo>
                <a:lnTo>
                  <a:pt x="1194079" y="842962"/>
                </a:lnTo>
                <a:lnTo>
                  <a:pt x="1196708" y="842962"/>
                </a:lnTo>
                <a:lnTo>
                  <a:pt x="1197825" y="842505"/>
                </a:lnTo>
                <a:lnTo>
                  <a:pt x="1199692" y="840638"/>
                </a:lnTo>
                <a:lnTo>
                  <a:pt x="1200150" y="839520"/>
                </a:lnTo>
                <a:lnTo>
                  <a:pt x="1200150" y="836891"/>
                </a:lnTo>
                <a:close/>
              </a:path>
              <a:path w="1962150" h="843279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1962150" h="843279">
                <a:moveTo>
                  <a:pt x="1247775" y="836891"/>
                </a:moveTo>
                <a:lnTo>
                  <a:pt x="1247317" y="835774"/>
                </a:lnTo>
                <a:lnTo>
                  <a:pt x="1245450" y="833907"/>
                </a:lnTo>
                <a:lnTo>
                  <a:pt x="1244333" y="833437"/>
                </a:lnTo>
                <a:lnTo>
                  <a:pt x="1241704" y="833437"/>
                </a:lnTo>
                <a:lnTo>
                  <a:pt x="1240586" y="833907"/>
                </a:lnTo>
                <a:lnTo>
                  <a:pt x="1238719" y="835774"/>
                </a:lnTo>
                <a:lnTo>
                  <a:pt x="1238250" y="836891"/>
                </a:lnTo>
                <a:lnTo>
                  <a:pt x="1238250" y="839520"/>
                </a:lnTo>
                <a:lnTo>
                  <a:pt x="1238719" y="840638"/>
                </a:lnTo>
                <a:lnTo>
                  <a:pt x="1240586" y="842505"/>
                </a:lnTo>
                <a:lnTo>
                  <a:pt x="1241704" y="842962"/>
                </a:lnTo>
                <a:lnTo>
                  <a:pt x="1244333" y="842962"/>
                </a:lnTo>
                <a:lnTo>
                  <a:pt x="1245450" y="842505"/>
                </a:lnTo>
                <a:lnTo>
                  <a:pt x="1247317" y="840638"/>
                </a:lnTo>
                <a:lnTo>
                  <a:pt x="1247775" y="839520"/>
                </a:lnTo>
                <a:lnTo>
                  <a:pt x="1247775" y="836891"/>
                </a:lnTo>
                <a:close/>
              </a:path>
              <a:path w="1962150" h="843279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1962150" h="843279">
                <a:moveTo>
                  <a:pt x="1295400" y="836891"/>
                </a:moveTo>
                <a:lnTo>
                  <a:pt x="1294942" y="835774"/>
                </a:lnTo>
                <a:lnTo>
                  <a:pt x="1293075" y="833907"/>
                </a:lnTo>
                <a:lnTo>
                  <a:pt x="1291958" y="833437"/>
                </a:lnTo>
                <a:lnTo>
                  <a:pt x="1289329" y="833437"/>
                </a:lnTo>
                <a:lnTo>
                  <a:pt x="1288211" y="833907"/>
                </a:lnTo>
                <a:lnTo>
                  <a:pt x="1286344" y="835774"/>
                </a:lnTo>
                <a:lnTo>
                  <a:pt x="1285875" y="836891"/>
                </a:lnTo>
                <a:lnTo>
                  <a:pt x="1285875" y="839520"/>
                </a:lnTo>
                <a:lnTo>
                  <a:pt x="1286344" y="840638"/>
                </a:lnTo>
                <a:lnTo>
                  <a:pt x="1288211" y="842505"/>
                </a:lnTo>
                <a:lnTo>
                  <a:pt x="1289329" y="842962"/>
                </a:lnTo>
                <a:lnTo>
                  <a:pt x="1291958" y="842962"/>
                </a:lnTo>
                <a:lnTo>
                  <a:pt x="1293075" y="842505"/>
                </a:lnTo>
                <a:lnTo>
                  <a:pt x="1294942" y="840638"/>
                </a:lnTo>
                <a:lnTo>
                  <a:pt x="1295400" y="839520"/>
                </a:lnTo>
                <a:lnTo>
                  <a:pt x="1295400" y="836891"/>
                </a:lnTo>
                <a:close/>
              </a:path>
              <a:path w="1962150" h="843279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1962150" h="843279">
                <a:moveTo>
                  <a:pt x="1343025" y="836891"/>
                </a:moveTo>
                <a:lnTo>
                  <a:pt x="1342567" y="835774"/>
                </a:lnTo>
                <a:lnTo>
                  <a:pt x="1340700" y="833907"/>
                </a:lnTo>
                <a:lnTo>
                  <a:pt x="1339583" y="833437"/>
                </a:lnTo>
                <a:lnTo>
                  <a:pt x="1336954" y="833437"/>
                </a:lnTo>
                <a:lnTo>
                  <a:pt x="1335836" y="833907"/>
                </a:lnTo>
                <a:lnTo>
                  <a:pt x="1333969" y="835774"/>
                </a:lnTo>
                <a:lnTo>
                  <a:pt x="1333500" y="836891"/>
                </a:lnTo>
                <a:lnTo>
                  <a:pt x="1333500" y="839520"/>
                </a:lnTo>
                <a:lnTo>
                  <a:pt x="1333969" y="840638"/>
                </a:lnTo>
                <a:lnTo>
                  <a:pt x="1335836" y="842505"/>
                </a:lnTo>
                <a:lnTo>
                  <a:pt x="1336954" y="842962"/>
                </a:lnTo>
                <a:lnTo>
                  <a:pt x="1339583" y="842962"/>
                </a:lnTo>
                <a:lnTo>
                  <a:pt x="1340700" y="842505"/>
                </a:lnTo>
                <a:lnTo>
                  <a:pt x="1342567" y="840638"/>
                </a:lnTo>
                <a:lnTo>
                  <a:pt x="1343025" y="839520"/>
                </a:lnTo>
                <a:lnTo>
                  <a:pt x="1343025" y="836891"/>
                </a:lnTo>
                <a:close/>
              </a:path>
              <a:path w="1962150" h="843279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1962150" h="843279">
                <a:moveTo>
                  <a:pt x="1390650" y="836891"/>
                </a:moveTo>
                <a:lnTo>
                  <a:pt x="1390192" y="835774"/>
                </a:lnTo>
                <a:lnTo>
                  <a:pt x="1388325" y="833907"/>
                </a:lnTo>
                <a:lnTo>
                  <a:pt x="1387208" y="833437"/>
                </a:lnTo>
                <a:lnTo>
                  <a:pt x="1384579" y="833437"/>
                </a:lnTo>
                <a:lnTo>
                  <a:pt x="1383461" y="833907"/>
                </a:lnTo>
                <a:lnTo>
                  <a:pt x="1381594" y="835774"/>
                </a:lnTo>
                <a:lnTo>
                  <a:pt x="1381125" y="836891"/>
                </a:lnTo>
                <a:lnTo>
                  <a:pt x="1381125" y="839520"/>
                </a:lnTo>
                <a:lnTo>
                  <a:pt x="1381594" y="840638"/>
                </a:lnTo>
                <a:lnTo>
                  <a:pt x="1383461" y="842505"/>
                </a:lnTo>
                <a:lnTo>
                  <a:pt x="1384579" y="842962"/>
                </a:lnTo>
                <a:lnTo>
                  <a:pt x="1387208" y="842962"/>
                </a:lnTo>
                <a:lnTo>
                  <a:pt x="1388325" y="842505"/>
                </a:lnTo>
                <a:lnTo>
                  <a:pt x="1390192" y="840638"/>
                </a:lnTo>
                <a:lnTo>
                  <a:pt x="1390650" y="839520"/>
                </a:lnTo>
                <a:lnTo>
                  <a:pt x="1390650" y="836891"/>
                </a:lnTo>
                <a:close/>
              </a:path>
              <a:path w="1962150" h="843279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1962150" h="843279">
                <a:moveTo>
                  <a:pt x="1438275" y="836891"/>
                </a:moveTo>
                <a:lnTo>
                  <a:pt x="1437817" y="835774"/>
                </a:lnTo>
                <a:lnTo>
                  <a:pt x="1435950" y="833907"/>
                </a:lnTo>
                <a:lnTo>
                  <a:pt x="1434833" y="833437"/>
                </a:lnTo>
                <a:lnTo>
                  <a:pt x="1432204" y="833437"/>
                </a:lnTo>
                <a:lnTo>
                  <a:pt x="1431086" y="833907"/>
                </a:lnTo>
                <a:lnTo>
                  <a:pt x="1429219" y="835774"/>
                </a:lnTo>
                <a:lnTo>
                  <a:pt x="1428750" y="836891"/>
                </a:lnTo>
                <a:lnTo>
                  <a:pt x="1428750" y="839520"/>
                </a:lnTo>
                <a:lnTo>
                  <a:pt x="1429219" y="840638"/>
                </a:lnTo>
                <a:lnTo>
                  <a:pt x="1431086" y="842505"/>
                </a:lnTo>
                <a:lnTo>
                  <a:pt x="1432204" y="842962"/>
                </a:lnTo>
                <a:lnTo>
                  <a:pt x="1434833" y="842962"/>
                </a:lnTo>
                <a:lnTo>
                  <a:pt x="1435950" y="842505"/>
                </a:lnTo>
                <a:lnTo>
                  <a:pt x="1437817" y="840638"/>
                </a:lnTo>
                <a:lnTo>
                  <a:pt x="1438275" y="839520"/>
                </a:lnTo>
                <a:lnTo>
                  <a:pt x="1438275" y="836891"/>
                </a:lnTo>
                <a:close/>
              </a:path>
              <a:path w="1962150" h="843279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1962150" h="843279">
                <a:moveTo>
                  <a:pt x="1485900" y="836891"/>
                </a:moveTo>
                <a:lnTo>
                  <a:pt x="1485442" y="835774"/>
                </a:lnTo>
                <a:lnTo>
                  <a:pt x="1483575" y="833907"/>
                </a:lnTo>
                <a:lnTo>
                  <a:pt x="1482458" y="833437"/>
                </a:lnTo>
                <a:lnTo>
                  <a:pt x="1479829" y="833437"/>
                </a:lnTo>
                <a:lnTo>
                  <a:pt x="1478711" y="833907"/>
                </a:lnTo>
                <a:lnTo>
                  <a:pt x="1476844" y="835774"/>
                </a:lnTo>
                <a:lnTo>
                  <a:pt x="1476375" y="836891"/>
                </a:lnTo>
                <a:lnTo>
                  <a:pt x="1476375" y="839520"/>
                </a:lnTo>
                <a:lnTo>
                  <a:pt x="1476844" y="840638"/>
                </a:lnTo>
                <a:lnTo>
                  <a:pt x="1478711" y="842505"/>
                </a:lnTo>
                <a:lnTo>
                  <a:pt x="1479829" y="842962"/>
                </a:lnTo>
                <a:lnTo>
                  <a:pt x="1482458" y="842962"/>
                </a:lnTo>
                <a:lnTo>
                  <a:pt x="1483575" y="842505"/>
                </a:lnTo>
                <a:lnTo>
                  <a:pt x="1485442" y="840638"/>
                </a:lnTo>
                <a:lnTo>
                  <a:pt x="1485900" y="839520"/>
                </a:lnTo>
                <a:lnTo>
                  <a:pt x="1485900" y="836891"/>
                </a:lnTo>
                <a:close/>
              </a:path>
              <a:path w="1962150" h="843279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1962150" h="843279">
                <a:moveTo>
                  <a:pt x="1533525" y="836891"/>
                </a:moveTo>
                <a:lnTo>
                  <a:pt x="1533067" y="835774"/>
                </a:lnTo>
                <a:lnTo>
                  <a:pt x="1531200" y="833907"/>
                </a:lnTo>
                <a:lnTo>
                  <a:pt x="1530083" y="833437"/>
                </a:lnTo>
                <a:lnTo>
                  <a:pt x="1527454" y="833437"/>
                </a:lnTo>
                <a:lnTo>
                  <a:pt x="1526336" y="833907"/>
                </a:lnTo>
                <a:lnTo>
                  <a:pt x="1524469" y="835774"/>
                </a:lnTo>
                <a:lnTo>
                  <a:pt x="1524000" y="836891"/>
                </a:lnTo>
                <a:lnTo>
                  <a:pt x="1524000" y="839520"/>
                </a:lnTo>
                <a:lnTo>
                  <a:pt x="1524469" y="840638"/>
                </a:lnTo>
                <a:lnTo>
                  <a:pt x="1526336" y="842505"/>
                </a:lnTo>
                <a:lnTo>
                  <a:pt x="1527454" y="842962"/>
                </a:lnTo>
                <a:lnTo>
                  <a:pt x="1530083" y="842962"/>
                </a:lnTo>
                <a:lnTo>
                  <a:pt x="1531200" y="842505"/>
                </a:lnTo>
                <a:lnTo>
                  <a:pt x="1533067" y="840638"/>
                </a:lnTo>
                <a:lnTo>
                  <a:pt x="1533525" y="839520"/>
                </a:lnTo>
                <a:lnTo>
                  <a:pt x="1533525" y="836891"/>
                </a:lnTo>
                <a:close/>
              </a:path>
              <a:path w="1962150" h="843279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1962150" h="843279">
                <a:moveTo>
                  <a:pt x="1581150" y="836891"/>
                </a:moveTo>
                <a:lnTo>
                  <a:pt x="1580692" y="835774"/>
                </a:lnTo>
                <a:lnTo>
                  <a:pt x="1578825" y="833907"/>
                </a:lnTo>
                <a:lnTo>
                  <a:pt x="1577708" y="833437"/>
                </a:lnTo>
                <a:lnTo>
                  <a:pt x="1575079" y="833437"/>
                </a:lnTo>
                <a:lnTo>
                  <a:pt x="1573961" y="833907"/>
                </a:lnTo>
                <a:lnTo>
                  <a:pt x="1572094" y="835774"/>
                </a:lnTo>
                <a:lnTo>
                  <a:pt x="1571625" y="836891"/>
                </a:lnTo>
                <a:lnTo>
                  <a:pt x="1571625" y="839520"/>
                </a:lnTo>
                <a:lnTo>
                  <a:pt x="1572094" y="840638"/>
                </a:lnTo>
                <a:lnTo>
                  <a:pt x="1573961" y="842505"/>
                </a:lnTo>
                <a:lnTo>
                  <a:pt x="1575079" y="842962"/>
                </a:lnTo>
                <a:lnTo>
                  <a:pt x="1577708" y="842962"/>
                </a:lnTo>
                <a:lnTo>
                  <a:pt x="1578825" y="842505"/>
                </a:lnTo>
                <a:lnTo>
                  <a:pt x="1580692" y="840638"/>
                </a:lnTo>
                <a:lnTo>
                  <a:pt x="1581150" y="839520"/>
                </a:lnTo>
                <a:lnTo>
                  <a:pt x="1581150" y="836891"/>
                </a:lnTo>
                <a:close/>
              </a:path>
              <a:path w="1962150" h="843279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1962150" h="843279">
                <a:moveTo>
                  <a:pt x="1628775" y="836891"/>
                </a:moveTo>
                <a:lnTo>
                  <a:pt x="1628317" y="835774"/>
                </a:lnTo>
                <a:lnTo>
                  <a:pt x="1626450" y="833907"/>
                </a:lnTo>
                <a:lnTo>
                  <a:pt x="1625333" y="833437"/>
                </a:lnTo>
                <a:lnTo>
                  <a:pt x="1622704" y="833437"/>
                </a:lnTo>
                <a:lnTo>
                  <a:pt x="1621586" y="833907"/>
                </a:lnTo>
                <a:lnTo>
                  <a:pt x="1619719" y="835774"/>
                </a:lnTo>
                <a:lnTo>
                  <a:pt x="1619250" y="836891"/>
                </a:lnTo>
                <a:lnTo>
                  <a:pt x="1619250" y="839520"/>
                </a:lnTo>
                <a:lnTo>
                  <a:pt x="1619719" y="840638"/>
                </a:lnTo>
                <a:lnTo>
                  <a:pt x="1621586" y="842505"/>
                </a:lnTo>
                <a:lnTo>
                  <a:pt x="1622704" y="842962"/>
                </a:lnTo>
                <a:lnTo>
                  <a:pt x="1625333" y="842962"/>
                </a:lnTo>
                <a:lnTo>
                  <a:pt x="1626450" y="842505"/>
                </a:lnTo>
                <a:lnTo>
                  <a:pt x="1628317" y="840638"/>
                </a:lnTo>
                <a:lnTo>
                  <a:pt x="1628775" y="839520"/>
                </a:lnTo>
                <a:lnTo>
                  <a:pt x="1628775" y="836891"/>
                </a:lnTo>
                <a:close/>
              </a:path>
              <a:path w="1962150" h="843279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1962150" h="843279">
                <a:moveTo>
                  <a:pt x="1676400" y="836891"/>
                </a:moveTo>
                <a:lnTo>
                  <a:pt x="1675942" y="835774"/>
                </a:lnTo>
                <a:lnTo>
                  <a:pt x="1674075" y="833907"/>
                </a:lnTo>
                <a:lnTo>
                  <a:pt x="1672958" y="833437"/>
                </a:lnTo>
                <a:lnTo>
                  <a:pt x="1670329" y="833437"/>
                </a:lnTo>
                <a:lnTo>
                  <a:pt x="1669211" y="833907"/>
                </a:lnTo>
                <a:lnTo>
                  <a:pt x="1667344" y="835774"/>
                </a:lnTo>
                <a:lnTo>
                  <a:pt x="1666875" y="836891"/>
                </a:lnTo>
                <a:lnTo>
                  <a:pt x="1666875" y="839520"/>
                </a:lnTo>
                <a:lnTo>
                  <a:pt x="1667344" y="840638"/>
                </a:lnTo>
                <a:lnTo>
                  <a:pt x="1669211" y="842505"/>
                </a:lnTo>
                <a:lnTo>
                  <a:pt x="1670329" y="842962"/>
                </a:lnTo>
                <a:lnTo>
                  <a:pt x="1672958" y="842962"/>
                </a:lnTo>
                <a:lnTo>
                  <a:pt x="1674075" y="842505"/>
                </a:lnTo>
                <a:lnTo>
                  <a:pt x="1675942" y="840638"/>
                </a:lnTo>
                <a:lnTo>
                  <a:pt x="1676400" y="839520"/>
                </a:lnTo>
                <a:lnTo>
                  <a:pt x="1676400" y="836891"/>
                </a:lnTo>
                <a:close/>
              </a:path>
              <a:path w="1962150" h="843279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1962150" h="843279">
                <a:moveTo>
                  <a:pt x="1724025" y="836891"/>
                </a:moveTo>
                <a:lnTo>
                  <a:pt x="1723567" y="835774"/>
                </a:lnTo>
                <a:lnTo>
                  <a:pt x="1721700" y="833907"/>
                </a:lnTo>
                <a:lnTo>
                  <a:pt x="1720583" y="833437"/>
                </a:lnTo>
                <a:lnTo>
                  <a:pt x="1717954" y="833437"/>
                </a:lnTo>
                <a:lnTo>
                  <a:pt x="1716836" y="833907"/>
                </a:lnTo>
                <a:lnTo>
                  <a:pt x="1714969" y="835774"/>
                </a:lnTo>
                <a:lnTo>
                  <a:pt x="1714500" y="836891"/>
                </a:lnTo>
                <a:lnTo>
                  <a:pt x="1714500" y="839520"/>
                </a:lnTo>
                <a:lnTo>
                  <a:pt x="1714969" y="840638"/>
                </a:lnTo>
                <a:lnTo>
                  <a:pt x="1716836" y="842505"/>
                </a:lnTo>
                <a:lnTo>
                  <a:pt x="1717954" y="842962"/>
                </a:lnTo>
                <a:lnTo>
                  <a:pt x="1720583" y="842962"/>
                </a:lnTo>
                <a:lnTo>
                  <a:pt x="1721700" y="842505"/>
                </a:lnTo>
                <a:lnTo>
                  <a:pt x="1723567" y="840638"/>
                </a:lnTo>
                <a:lnTo>
                  <a:pt x="1724025" y="839520"/>
                </a:lnTo>
                <a:lnTo>
                  <a:pt x="1724025" y="836891"/>
                </a:lnTo>
                <a:close/>
              </a:path>
              <a:path w="1962150" h="843279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1962150" h="843279">
                <a:moveTo>
                  <a:pt x="1771650" y="836891"/>
                </a:moveTo>
                <a:lnTo>
                  <a:pt x="1771192" y="835774"/>
                </a:lnTo>
                <a:lnTo>
                  <a:pt x="1769325" y="833907"/>
                </a:lnTo>
                <a:lnTo>
                  <a:pt x="1768208" y="833437"/>
                </a:lnTo>
                <a:lnTo>
                  <a:pt x="1765579" y="833437"/>
                </a:lnTo>
                <a:lnTo>
                  <a:pt x="1764461" y="833907"/>
                </a:lnTo>
                <a:lnTo>
                  <a:pt x="1762594" y="835774"/>
                </a:lnTo>
                <a:lnTo>
                  <a:pt x="1762125" y="836891"/>
                </a:lnTo>
                <a:lnTo>
                  <a:pt x="1762125" y="839520"/>
                </a:lnTo>
                <a:lnTo>
                  <a:pt x="1762594" y="840638"/>
                </a:lnTo>
                <a:lnTo>
                  <a:pt x="1764461" y="842505"/>
                </a:lnTo>
                <a:lnTo>
                  <a:pt x="1765579" y="842962"/>
                </a:lnTo>
                <a:lnTo>
                  <a:pt x="1768208" y="842962"/>
                </a:lnTo>
                <a:lnTo>
                  <a:pt x="1769325" y="842505"/>
                </a:lnTo>
                <a:lnTo>
                  <a:pt x="1771192" y="840638"/>
                </a:lnTo>
                <a:lnTo>
                  <a:pt x="1771650" y="839520"/>
                </a:lnTo>
                <a:lnTo>
                  <a:pt x="1771650" y="836891"/>
                </a:lnTo>
                <a:close/>
              </a:path>
              <a:path w="1962150" h="843279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1962150" h="843279">
                <a:moveTo>
                  <a:pt x="1819275" y="836891"/>
                </a:moveTo>
                <a:lnTo>
                  <a:pt x="1818817" y="835774"/>
                </a:lnTo>
                <a:lnTo>
                  <a:pt x="1816950" y="833907"/>
                </a:lnTo>
                <a:lnTo>
                  <a:pt x="1815833" y="833437"/>
                </a:lnTo>
                <a:lnTo>
                  <a:pt x="1813204" y="833437"/>
                </a:lnTo>
                <a:lnTo>
                  <a:pt x="1812086" y="833907"/>
                </a:lnTo>
                <a:lnTo>
                  <a:pt x="1810219" y="835774"/>
                </a:lnTo>
                <a:lnTo>
                  <a:pt x="1809750" y="836891"/>
                </a:lnTo>
                <a:lnTo>
                  <a:pt x="1809750" y="839520"/>
                </a:lnTo>
                <a:lnTo>
                  <a:pt x="1810219" y="840638"/>
                </a:lnTo>
                <a:lnTo>
                  <a:pt x="1812086" y="842505"/>
                </a:lnTo>
                <a:lnTo>
                  <a:pt x="1813204" y="842962"/>
                </a:lnTo>
                <a:lnTo>
                  <a:pt x="1815833" y="842962"/>
                </a:lnTo>
                <a:lnTo>
                  <a:pt x="1816950" y="842505"/>
                </a:lnTo>
                <a:lnTo>
                  <a:pt x="1818817" y="840638"/>
                </a:lnTo>
                <a:lnTo>
                  <a:pt x="1819275" y="839520"/>
                </a:lnTo>
                <a:lnTo>
                  <a:pt x="1819275" y="836891"/>
                </a:lnTo>
                <a:close/>
              </a:path>
              <a:path w="1962150" h="843279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1962150" h="843279">
                <a:moveTo>
                  <a:pt x="1866900" y="836891"/>
                </a:moveTo>
                <a:lnTo>
                  <a:pt x="1866442" y="835774"/>
                </a:lnTo>
                <a:lnTo>
                  <a:pt x="1864575" y="833907"/>
                </a:lnTo>
                <a:lnTo>
                  <a:pt x="1863458" y="833437"/>
                </a:lnTo>
                <a:lnTo>
                  <a:pt x="1860829" y="833437"/>
                </a:lnTo>
                <a:lnTo>
                  <a:pt x="1859711" y="833907"/>
                </a:lnTo>
                <a:lnTo>
                  <a:pt x="1857844" y="835774"/>
                </a:lnTo>
                <a:lnTo>
                  <a:pt x="1857375" y="836891"/>
                </a:lnTo>
                <a:lnTo>
                  <a:pt x="1857375" y="839520"/>
                </a:lnTo>
                <a:lnTo>
                  <a:pt x="1857844" y="840638"/>
                </a:lnTo>
                <a:lnTo>
                  <a:pt x="1859711" y="842505"/>
                </a:lnTo>
                <a:lnTo>
                  <a:pt x="1860829" y="842962"/>
                </a:lnTo>
                <a:lnTo>
                  <a:pt x="1863458" y="842962"/>
                </a:lnTo>
                <a:lnTo>
                  <a:pt x="1864575" y="842505"/>
                </a:lnTo>
                <a:lnTo>
                  <a:pt x="1866442" y="840638"/>
                </a:lnTo>
                <a:lnTo>
                  <a:pt x="1866900" y="839520"/>
                </a:lnTo>
                <a:lnTo>
                  <a:pt x="1866900" y="836891"/>
                </a:lnTo>
                <a:close/>
              </a:path>
              <a:path w="1962150" h="843279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1962150" h="843279">
                <a:moveTo>
                  <a:pt x="1914525" y="836891"/>
                </a:moveTo>
                <a:lnTo>
                  <a:pt x="1914067" y="835774"/>
                </a:lnTo>
                <a:lnTo>
                  <a:pt x="1912200" y="833907"/>
                </a:lnTo>
                <a:lnTo>
                  <a:pt x="1911083" y="833437"/>
                </a:lnTo>
                <a:lnTo>
                  <a:pt x="1908454" y="833437"/>
                </a:lnTo>
                <a:lnTo>
                  <a:pt x="1907336" y="833907"/>
                </a:lnTo>
                <a:lnTo>
                  <a:pt x="1905469" y="835774"/>
                </a:lnTo>
                <a:lnTo>
                  <a:pt x="1905000" y="836891"/>
                </a:lnTo>
                <a:lnTo>
                  <a:pt x="1905000" y="839520"/>
                </a:lnTo>
                <a:lnTo>
                  <a:pt x="1905469" y="840638"/>
                </a:lnTo>
                <a:lnTo>
                  <a:pt x="1907336" y="842505"/>
                </a:lnTo>
                <a:lnTo>
                  <a:pt x="1908454" y="842962"/>
                </a:lnTo>
                <a:lnTo>
                  <a:pt x="1911083" y="842962"/>
                </a:lnTo>
                <a:lnTo>
                  <a:pt x="1912200" y="842505"/>
                </a:lnTo>
                <a:lnTo>
                  <a:pt x="1914067" y="840638"/>
                </a:lnTo>
                <a:lnTo>
                  <a:pt x="1914525" y="839520"/>
                </a:lnTo>
                <a:lnTo>
                  <a:pt x="1914525" y="836891"/>
                </a:lnTo>
                <a:close/>
              </a:path>
              <a:path w="1962150" h="843279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1962150" h="843279">
                <a:moveTo>
                  <a:pt x="1962150" y="836891"/>
                </a:moveTo>
                <a:lnTo>
                  <a:pt x="1961692" y="835774"/>
                </a:lnTo>
                <a:lnTo>
                  <a:pt x="1959825" y="833907"/>
                </a:lnTo>
                <a:lnTo>
                  <a:pt x="1958708" y="833437"/>
                </a:lnTo>
                <a:lnTo>
                  <a:pt x="1956079" y="833437"/>
                </a:lnTo>
                <a:lnTo>
                  <a:pt x="1954961" y="833907"/>
                </a:lnTo>
                <a:lnTo>
                  <a:pt x="1953094" y="835774"/>
                </a:lnTo>
                <a:lnTo>
                  <a:pt x="1952625" y="836891"/>
                </a:lnTo>
                <a:lnTo>
                  <a:pt x="1952625" y="839520"/>
                </a:lnTo>
                <a:lnTo>
                  <a:pt x="1953094" y="840638"/>
                </a:lnTo>
                <a:lnTo>
                  <a:pt x="1954961" y="842505"/>
                </a:lnTo>
                <a:lnTo>
                  <a:pt x="1956079" y="842962"/>
                </a:lnTo>
                <a:lnTo>
                  <a:pt x="1958708" y="842962"/>
                </a:lnTo>
                <a:lnTo>
                  <a:pt x="1959825" y="842505"/>
                </a:lnTo>
                <a:lnTo>
                  <a:pt x="1961692" y="840638"/>
                </a:lnTo>
                <a:lnTo>
                  <a:pt x="1962150" y="839520"/>
                </a:lnTo>
                <a:lnTo>
                  <a:pt x="1962150" y="836891"/>
                </a:lnTo>
                <a:close/>
              </a:path>
              <a:path w="1962150" h="843279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5768260" y="6062761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1500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768260" y="5229324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2000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911855" y="6622355"/>
            <a:ext cx="404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solidFill>
                  <a:srgbClr val="252423"/>
                </a:solidFill>
                <a:latin typeface="Trebuchet MS"/>
                <a:cs typeface="Trebuchet MS"/>
              </a:rPr>
              <a:t>Month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564525" y="4901530"/>
            <a:ext cx="177800" cy="11601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YTD </a:t>
            </a:r>
            <a:r>
              <a:rPr sz="1200" spc="-10" dirty="0">
                <a:solidFill>
                  <a:srgbClr val="252423"/>
                </a:solidFill>
                <a:latin typeface="Trebuchet MS"/>
                <a:cs typeface="Trebuchet MS"/>
              </a:rPr>
              <a:t>PLACEMENTS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191922" y="6362668"/>
            <a:ext cx="1830070" cy="23177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7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Apr</a:t>
            </a:r>
            <a:endParaRPr sz="900">
              <a:latin typeface="Segoe UI"/>
              <a:cs typeface="Segoe UI"/>
            </a:endParaRPr>
          </a:p>
          <a:p>
            <a:pPr marL="17780" marR="5080" indent="-5715" algn="just">
              <a:lnSpc>
                <a:spcPct val="1506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Aug Dec Feb Jan Jul Jun Mar M…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6122669" y="4267200"/>
            <a:ext cx="6059805" cy="2743200"/>
            <a:chOff x="6122669" y="4267200"/>
            <a:chExt cx="6059805" cy="2743200"/>
          </a:xfrm>
        </p:grpSpPr>
        <p:sp>
          <p:nvSpPr>
            <p:cNvPr id="101" name="object 101"/>
            <p:cNvSpPr/>
            <p:nvPr/>
          </p:nvSpPr>
          <p:spPr>
            <a:xfrm>
              <a:off x="6287928" y="5446633"/>
              <a:ext cx="1652905" cy="0"/>
            </a:xfrm>
            <a:custGeom>
              <a:avLst/>
              <a:gdLst/>
              <a:ahLst/>
              <a:cxnLst/>
              <a:rect l="l" t="t" r="r" b="b"/>
              <a:pathLst>
                <a:path w="1652904">
                  <a:moveTo>
                    <a:pt x="0" y="0"/>
                  </a:moveTo>
                  <a:lnTo>
                    <a:pt x="0" y="0"/>
                  </a:lnTo>
                  <a:lnTo>
                    <a:pt x="1446014" y="0"/>
                  </a:lnTo>
                  <a:lnTo>
                    <a:pt x="1652587" y="0"/>
                  </a:lnTo>
                </a:path>
              </a:pathLst>
            </a:custGeom>
            <a:ln w="28574">
              <a:solidFill>
                <a:srgbClr val="FF4A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122669" y="6817994"/>
              <a:ext cx="1983105" cy="76200"/>
            </a:xfrm>
            <a:custGeom>
              <a:avLst/>
              <a:gdLst/>
              <a:ahLst/>
              <a:cxnLst/>
              <a:rect l="l" t="t" r="r" b="b"/>
              <a:pathLst>
                <a:path w="1983104" h="76200">
                  <a:moveTo>
                    <a:pt x="195005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1950057" y="0"/>
                  </a:lnTo>
                  <a:lnTo>
                    <a:pt x="1982137" y="28187"/>
                  </a:lnTo>
                  <a:lnTo>
                    <a:pt x="1983104" y="33047"/>
                  </a:lnTo>
                  <a:lnTo>
                    <a:pt x="1983104" y="43152"/>
                  </a:lnTo>
                  <a:lnTo>
                    <a:pt x="1954917" y="75233"/>
                  </a:lnTo>
                  <a:lnTo>
                    <a:pt x="195005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122669" y="6817994"/>
              <a:ext cx="1483360" cy="76200"/>
            </a:xfrm>
            <a:custGeom>
              <a:avLst/>
              <a:gdLst/>
              <a:ahLst/>
              <a:cxnLst/>
              <a:rect l="l" t="t" r="r" b="b"/>
              <a:pathLst>
                <a:path w="1483359" h="76200">
                  <a:moveTo>
                    <a:pt x="1450114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1450114" y="0"/>
                  </a:lnTo>
                  <a:lnTo>
                    <a:pt x="1482195" y="28187"/>
                  </a:lnTo>
                  <a:lnTo>
                    <a:pt x="1483162" y="33047"/>
                  </a:lnTo>
                  <a:lnTo>
                    <a:pt x="1483162" y="43152"/>
                  </a:lnTo>
                  <a:lnTo>
                    <a:pt x="1454974" y="75233"/>
                  </a:lnTo>
                  <a:lnTo>
                    <a:pt x="1450114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122669" y="6817994"/>
              <a:ext cx="1483360" cy="76200"/>
            </a:xfrm>
            <a:custGeom>
              <a:avLst/>
              <a:gdLst/>
              <a:ahLst/>
              <a:cxnLst/>
              <a:rect l="l" t="t" r="r" b="b"/>
              <a:pathLst>
                <a:path w="1483359" h="76200">
                  <a:moveTo>
                    <a:pt x="38099" y="0"/>
                  </a:moveTo>
                  <a:lnTo>
                    <a:pt x="1445062" y="0"/>
                  </a:lnTo>
                  <a:lnTo>
                    <a:pt x="1450114" y="0"/>
                  </a:lnTo>
                  <a:lnTo>
                    <a:pt x="1454974" y="966"/>
                  </a:lnTo>
                  <a:lnTo>
                    <a:pt x="1459642" y="2900"/>
                  </a:lnTo>
                  <a:lnTo>
                    <a:pt x="1464310" y="4833"/>
                  </a:lnTo>
                  <a:lnTo>
                    <a:pt x="1468430" y="7586"/>
                  </a:lnTo>
                  <a:lnTo>
                    <a:pt x="1472003" y="11159"/>
                  </a:lnTo>
                  <a:lnTo>
                    <a:pt x="1475575" y="14731"/>
                  </a:lnTo>
                  <a:lnTo>
                    <a:pt x="1478328" y="18851"/>
                  </a:lnTo>
                  <a:lnTo>
                    <a:pt x="1480261" y="23519"/>
                  </a:lnTo>
                  <a:lnTo>
                    <a:pt x="1482195" y="28187"/>
                  </a:lnTo>
                  <a:lnTo>
                    <a:pt x="1483162" y="33047"/>
                  </a:lnTo>
                  <a:lnTo>
                    <a:pt x="1483162" y="38099"/>
                  </a:lnTo>
                  <a:lnTo>
                    <a:pt x="1483162" y="43152"/>
                  </a:lnTo>
                  <a:lnTo>
                    <a:pt x="1482195" y="48012"/>
                  </a:lnTo>
                  <a:lnTo>
                    <a:pt x="1480261" y="52680"/>
                  </a:lnTo>
                  <a:lnTo>
                    <a:pt x="1478328" y="57348"/>
                  </a:lnTo>
                  <a:lnTo>
                    <a:pt x="1459642" y="73299"/>
                  </a:lnTo>
                  <a:lnTo>
                    <a:pt x="1454974" y="75233"/>
                  </a:lnTo>
                  <a:lnTo>
                    <a:pt x="1450114" y="76199"/>
                  </a:lnTo>
                  <a:lnTo>
                    <a:pt x="1445062" y="76199"/>
                  </a:lnTo>
                  <a:lnTo>
                    <a:pt x="38099" y="76199"/>
                  </a:lnTo>
                  <a:lnTo>
                    <a:pt x="33047" y="76199"/>
                  </a:lnTo>
                  <a:lnTo>
                    <a:pt x="28187" y="75233"/>
                  </a:lnTo>
                  <a:lnTo>
                    <a:pt x="23519" y="73299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0401299" y="4267200"/>
              <a:ext cx="1781175" cy="2743200"/>
            </a:xfrm>
            <a:custGeom>
              <a:avLst/>
              <a:gdLst/>
              <a:ahLst/>
              <a:cxnLst/>
              <a:rect l="l" t="t" r="r" b="b"/>
              <a:pathLst>
                <a:path w="1781175" h="2743200">
                  <a:moveTo>
                    <a:pt x="1781174" y="2743199"/>
                  </a:moveTo>
                  <a:lnTo>
                    <a:pt x="0" y="2743199"/>
                  </a:lnTo>
                  <a:lnTo>
                    <a:pt x="0" y="0"/>
                  </a:lnTo>
                  <a:lnTo>
                    <a:pt x="1781174" y="0"/>
                  </a:lnTo>
                  <a:lnTo>
                    <a:pt x="1781174" y="2743199"/>
                  </a:lnTo>
                  <a:close/>
                </a:path>
              </a:pathLst>
            </a:custGeom>
            <a:solidFill>
              <a:srgbClr val="FFEC67">
                <a:alpha val="968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10512424" y="4273550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252423"/>
                </a:solidFill>
                <a:latin typeface="Trebuchet MS"/>
                <a:cs typeface="Trebuchet MS"/>
              </a:rPr>
              <a:t>college_tier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0501311" y="4538662"/>
            <a:ext cx="1581150" cy="247650"/>
          </a:xfrm>
          <a:prstGeom prst="rect">
            <a:avLst/>
          </a:prstGeom>
          <a:solidFill>
            <a:srgbClr val="FFEC67">
              <a:alpha val="96859"/>
            </a:srgbClr>
          </a:solidFill>
          <a:ln w="9524">
            <a:solidFill>
              <a:srgbClr val="E9E9E9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401445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8401050" y="4267200"/>
            <a:ext cx="1981200" cy="2752725"/>
          </a:xfrm>
          <a:custGeom>
            <a:avLst/>
            <a:gdLst/>
            <a:ahLst/>
            <a:cxnLst/>
            <a:rect l="l" t="t" r="r" b="b"/>
            <a:pathLst>
              <a:path w="1981200" h="2752725">
                <a:moveTo>
                  <a:pt x="1981199" y="2752724"/>
                </a:moveTo>
                <a:lnTo>
                  <a:pt x="0" y="2752724"/>
                </a:lnTo>
                <a:lnTo>
                  <a:pt x="0" y="0"/>
                </a:lnTo>
                <a:lnTo>
                  <a:pt x="1981199" y="0"/>
                </a:lnTo>
                <a:lnTo>
                  <a:pt x="1981199" y="2752724"/>
                </a:lnTo>
                <a:close/>
              </a:path>
            </a:pathLst>
          </a:custGeom>
          <a:solidFill>
            <a:srgbClr val="FFEC67">
              <a:alpha val="980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8512175" y="4273550"/>
            <a:ext cx="904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company_type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501062" y="4538662"/>
            <a:ext cx="1781175" cy="247650"/>
          </a:xfrm>
          <a:prstGeom prst="rect">
            <a:avLst/>
          </a:prstGeom>
          <a:solidFill>
            <a:srgbClr val="FFEC67">
              <a:alpha val="98039"/>
            </a:srgbClr>
          </a:solidFill>
          <a:ln w="9524">
            <a:solidFill>
              <a:srgbClr val="E9E9E9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601470" algn="l"/>
              </a:tabLst>
            </a:pPr>
            <a:r>
              <a:rPr sz="1500" spc="-37" baseline="2777" dirty="0">
                <a:solidFill>
                  <a:srgbClr val="252423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252423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252423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219075" y="6476999"/>
            <a:ext cx="1962150" cy="619125"/>
            <a:chOff x="219075" y="6476999"/>
            <a:chExt cx="1962150" cy="619125"/>
          </a:xfrm>
        </p:grpSpPr>
        <p:sp>
          <p:nvSpPr>
            <p:cNvPr id="112" name="object 112"/>
            <p:cNvSpPr/>
            <p:nvPr/>
          </p:nvSpPr>
          <p:spPr>
            <a:xfrm>
              <a:off x="1152512" y="6486524"/>
              <a:ext cx="1028700" cy="600075"/>
            </a:xfrm>
            <a:custGeom>
              <a:avLst/>
              <a:gdLst/>
              <a:ahLst/>
              <a:cxnLst/>
              <a:rect l="l" t="t" r="r" b="b"/>
              <a:pathLst>
                <a:path w="1028700" h="600075">
                  <a:moveTo>
                    <a:pt x="95250" y="0"/>
                  </a:moveTo>
                  <a:lnTo>
                    <a:pt x="0" y="0"/>
                  </a:lnTo>
                  <a:lnTo>
                    <a:pt x="0" y="600075"/>
                  </a:lnTo>
                  <a:lnTo>
                    <a:pt x="95250" y="600075"/>
                  </a:lnTo>
                  <a:lnTo>
                    <a:pt x="95250" y="0"/>
                  </a:lnTo>
                  <a:close/>
                </a:path>
                <a:path w="1028700" h="600075">
                  <a:moveTo>
                    <a:pt x="1028700" y="0"/>
                  </a:moveTo>
                  <a:lnTo>
                    <a:pt x="1019175" y="0"/>
                  </a:lnTo>
                  <a:lnTo>
                    <a:pt x="1019175" y="600075"/>
                  </a:lnTo>
                  <a:lnTo>
                    <a:pt x="1028700" y="600075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FFFFFF">
                <a:alpha val="968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28600" y="6486524"/>
              <a:ext cx="923925" cy="600075"/>
            </a:xfrm>
            <a:custGeom>
              <a:avLst/>
              <a:gdLst/>
              <a:ahLst/>
              <a:cxnLst/>
              <a:rect l="l" t="t" r="r" b="b"/>
              <a:pathLst>
                <a:path w="923925" h="600075">
                  <a:moveTo>
                    <a:pt x="923924" y="600074"/>
                  </a:moveTo>
                  <a:lnTo>
                    <a:pt x="0" y="60007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600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28600" y="6486524"/>
              <a:ext cx="923925" cy="600075"/>
            </a:xfrm>
            <a:custGeom>
              <a:avLst/>
              <a:gdLst/>
              <a:ahLst/>
              <a:cxnLst/>
              <a:rect l="l" t="t" r="r" b="b"/>
              <a:pathLst>
                <a:path w="923925" h="600075">
                  <a:moveTo>
                    <a:pt x="0" y="0"/>
                  </a:moveTo>
                  <a:lnTo>
                    <a:pt x="923924" y="0"/>
                  </a:lnTo>
                  <a:lnTo>
                    <a:pt x="923924" y="600074"/>
                  </a:lnTo>
                  <a:lnTo>
                    <a:pt x="0" y="60007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2524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500459" y="6699281"/>
            <a:ext cx="380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Matrix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1238249" y="6476999"/>
            <a:ext cx="942975" cy="619125"/>
            <a:chOff x="1238249" y="6476999"/>
            <a:chExt cx="942975" cy="619125"/>
          </a:xfrm>
        </p:grpSpPr>
        <p:sp>
          <p:nvSpPr>
            <p:cNvPr id="117" name="object 117"/>
            <p:cNvSpPr/>
            <p:nvPr/>
          </p:nvSpPr>
          <p:spPr>
            <a:xfrm>
              <a:off x="1247774" y="6486524"/>
              <a:ext cx="923925" cy="600075"/>
            </a:xfrm>
            <a:custGeom>
              <a:avLst/>
              <a:gdLst/>
              <a:ahLst/>
              <a:cxnLst/>
              <a:rect l="l" t="t" r="r" b="b"/>
              <a:pathLst>
                <a:path w="923925" h="600075">
                  <a:moveTo>
                    <a:pt x="923924" y="600074"/>
                  </a:moveTo>
                  <a:lnTo>
                    <a:pt x="0" y="60007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600074"/>
                  </a:lnTo>
                  <a:close/>
                </a:path>
              </a:pathLst>
            </a:custGeom>
            <a:solidFill>
              <a:srgbClr val="2524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247774" y="6486524"/>
              <a:ext cx="923925" cy="600075"/>
            </a:xfrm>
            <a:custGeom>
              <a:avLst/>
              <a:gdLst/>
              <a:ahLst/>
              <a:cxnLst/>
              <a:rect l="l" t="t" r="r" b="b"/>
              <a:pathLst>
                <a:path w="923925" h="600075">
                  <a:moveTo>
                    <a:pt x="0" y="0"/>
                  </a:moveTo>
                  <a:lnTo>
                    <a:pt x="923924" y="0"/>
                  </a:lnTo>
                  <a:lnTo>
                    <a:pt x="923924" y="600074"/>
                  </a:lnTo>
                  <a:lnTo>
                    <a:pt x="0" y="60007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2524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1526778" y="6699281"/>
            <a:ext cx="3657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FFFFFF"/>
                </a:solidFill>
                <a:latin typeface="Segoe UI"/>
                <a:cs typeface="Segoe UI"/>
              </a:rPr>
              <a:t>Home</a:t>
            </a:r>
            <a:endParaRPr sz="1000">
              <a:latin typeface="Segoe UI"/>
              <a:cs typeface="Segoe UI"/>
            </a:endParaRPr>
          </a:p>
        </p:txBody>
      </p:sp>
    </p:spTree>
  </p:cSld>
  <p:clrMapOvr>
    <a:masterClrMapping/>
  </p:clrMapOvr>
  <p:transition spd="slow" advTm="700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600" y="228600"/>
            <a:ext cx="12192000" cy="1597660"/>
            <a:chOff x="228600" y="228600"/>
            <a:chExt cx="12192000" cy="1597660"/>
          </a:xfrm>
        </p:grpSpPr>
        <p:sp>
          <p:nvSpPr>
            <p:cNvPr id="3" name="object 3"/>
            <p:cNvSpPr/>
            <p:nvPr/>
          </p:nvSpPr>
          <p:spPr>
            <a:xfrm>
              <a:off x="228600" y="228600"/>
              <a:ext cx="12192000" cy="323850"/>
            </a:xfrm>
            <a:custGeom>
              <a:avLst/>
              <a:gdLst/>
              <a:ahLst/>
              <a:cxnLst/>
              <a:rect l="l" t="t" r="r" b="b"/>
              <a:pathLst>
                <a:path w="12192000" h="323850">
                  <a:moveTo>
                    <a:pt x="1219199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3849"/>
                  </a:lnTo>
                  <a:close/>
                </a:path>
              </a:pathLst>
            </a:custGeom>
            <a:solidFill>
              <a:srgbClr val="3B3A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587" y="548639"/>
              <a:ext cx="12192000" cy="1222375"/>
            </a:xfrm>
            <a:custGeom>
              <a:avLst/>
              <a:gdLst/>
              <a:ahLst/>
              <a:cxnLst/>
              <a:rect l="l" t="t" r="r" b="b"/>
              <a:pathLst>
                <a:path w="12192000" h="1222375">
                  <a:moveTo>
                    <a:pt x="12192000" y="1213485"/>
                  </a:moveTo>
                  <a:lnTo>
                    <a:pt x="0" y="1213485"/>
                  </a:lnTo>
                  <a:lnTo>
                    <a:pt x="0" y="1221752"/>
                  </a:lnTo>
                  <a:lnTo>
                    <a:pt x="12192000" y="1221752"/>
                  </a:lnTo>
                  <a:lnTo>
                    <a:pt x="12192000" y="1213485"/>
                  </a:lnTo>
                  <a:close/>
                </a:path>
                <a:path w="12192000" h="1222375">
                  <a:moveTo>
                    <a:pt x="12192000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12192000" y="381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00" y="1762124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5">
                  <a:moveTo>
                    <a:pt x="0" y="64135"/>
                  </a:moveTo>
                  <a:lnTo>
                    <a:pt x="12191999" y="64135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4135"/>
                  </a:lnTo>
                  <a:close/>
                </a:path>
              </a:pathLst>
            </a:custGeom>
            <a:solidFill>
              <a:srgbClr val="000000">
                <a:alpha val="129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00" y="552449"/>
              <a:ext cx="12192000" cy="1209675"/>
            </a:xfrm>
            <a:custGeom>
              <a:avLst/>
              <a:gdLst/>
              <a:ahLst/>
              <a:cxnLst/>
              <a:rect l="l" t="t" r="r" b="b"/>
              <a:pathLst>
                <a:path w="12192000" h="1209675">
                  <a:moveTo>
                    <a:pt x="12191999" y="1209674"/>
                  </a:moveTo>
                  <a:lnTo>
                    <a:pt x="0" y="120967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209674"/>
                  </a:lnTo>
                  <a:close/>
                </a:path>
              </a:pathLst>
            </a:custGeom>
            <a:solidFill>
              <a:srgbClr val="F2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2162174" y="1924049"/>
            <a:ext cx="10258425" cy="5162550"/>
            <a:chOff x="2162174" y="1924049"/>
            <a:chExt cx="10258425" cy="5162550"/>
          </a:xfrm>
        </p:grpSpPr>
        <p:sp>
          <p:nvSpPr>
            <p:cNvPr id="10" name="object 10"/>
            <p:cNvSpPr/>
            <p:nvPr/>
          </p:nvSpPr>
          <p:spPr>
            <a:xfrm>
              <a:off x="2162174" y="1924049"/>
              <a:ext cx="10258425" cy="5162550"/>
            </a:xfrm>
            <a:custGeom>
              <a:avLst/>
              <a:gdLst/>
              <a:ahLst/>
              <a:cxnLst/>
              <a:rect l="l" t="t" r="r" b="b"/>
              <a:pathLst>
                <a:path w="10258425" h="5162550">
                  <a:moveTo>
                    <a:pt x="10258423" y="5162549"/>
                  </a:moveTo>
                  <a:lnTo>
                    <a:pt x="0" y="5162549"/>
                  </a:lnTo>
                  <a:lnTo>
                    <a:pt x="0" y="0"/>
                  </a:lnTo>
                  <a:lnTo>
                    <a:pt x="10258424" y="0"/>
                  </a:lnTo>
                  <a:lnTo>
                    <a:pt x="10258423" y="5162549"/>
                  </a:lnTo>
                  <a:close/>
                </a:path>
              </a:pathLst>
            </a:custGeom>
            <a:solidFill>
              <a:srgbClr val="FFFFFF">
                <a:alpha val="968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19324" y="1971674"/>
              <a:ext cx="685800" cy="276225"/>
            </a:xfrm>
            <a:custGeom>
              <a:avLst/>
              <a:gdLst/>
              <a:ahLst/>
              <a:cxnLst/>
              <a:rect l="l" t="t" r="r" b="b"/>
              <a:pathLst>
                <a:path w="685800" h="276225">
                  <a:moveTo>
                    <a:pt x="685799" y="276224"/>
                  </a:moveTo>
                  <a:lnTo>
                    <a:pt x="0" y="2762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76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19324" y="223837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54250" y="1974881"/>
            <a:ext cx="6089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student_id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05124" y="1971675"/>
            <a:ext cx="685800" cy="276225"/>
            <a:chOff x="2905124" y="1971675"/>
            <a:chExt cx="685800" cy="276225"/>
          </a:xfrm>
        </p:grpSpPr>
        <p:sp>
          <p:nvSpPr>
            <p:cNvPr id="15" name="object 15"/>
            <p:cNvSpPr/>
            <p:nvPr/>
          </p:nvSpPr>
          <p:spPr>
            <a:xfrm>
              <a:off x="2905124" y="1971675"/>
              <a:ext cx="685800" cy="276225"/>
            </a:xfrm>
            <a:custGeom>
              <a:avLst/>
              <a:gdLst/>
              <a:ahLst/>
              <a:cxnLst/>
              <a:rect l="l" t="t" r="r" b="b"/>
              <a:pathLst>
                <a:path w="685800" h="276225">
                  <a:moveTo>
                    <a:pt x="685799" y="276224"/>
                  </a:moveTo>
                  <a:lnTo>
                    <a:pt x="0" y="2762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76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05124" y="223837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940049" y="1974881"/>
            <a:ext cx="6083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Avg</a:t>
            </a:r>
            <a:r>
              <a:rPr sz="1000" spc="-3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Salary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700" spc="195" dirty="0">
                <a:solidFill>
                  <a:srgbClr val="252423"/>
                </a:solidFill>
                <a:latin typeface="Arial MT"/>
                <a:cs typeface="Arial MT"/>
              </a:rPr>
              <a:t>V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90924" y="1971675"/>
            <a:ext cx="704850" cy="276225"/>
            <a:chOff x="3590924" y="1971675"/>
            <a:chExt cx="704850" cy="276225"/>
          </a:xfrm>
        </p:grpSpPr>
        <p:sp>
          <p:nvSpPr>
            <p:cNvPr id="19" name="object 19"/>
            <p:cNvSpPr/>
            <p:nvPr/>
          </p:nvSpPr>
          <p:spPr>
            <a:xfrm>
              <a:off x="3590924" y="1971675"/>
              <a:ext cx="704850" cy="276225"/>
            </a:xfrm>
            <a:custGeom>
              <a:avLst/>
              <a:gdLst/>
              <a:ahLst/>
              <a:cxnLst/>
              <a:rect l="l" t="t" r="r" b="b"/>
              <a:pathLst>
                <a:path w="704850" h="276225">
                  <a:moveTo>
                    <a:pt x="704849" y="276224"/>
                  </a:moveTo>
                  <a:lnTo>
                    <a:pt x="0" y="2762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76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90924" y="2238374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625850" y="1974881"/>
            <a:ext cx="6305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Max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Salary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295774" y="1971675"/>
            <a:ext cx="971550" cy="276225"/>
            <a:chOff x="4295774" y="1971675"/>
            <a:chExt cx="971550" cy="276225"/>
          </a:xfrm>
        </p:grpSpPr>
        <p:sp>
          <p:nvSpPr>
            <p:cNvPr id="23" name="object 23"/>
            <p:cNvSpPr/>
            <p:nvPr/>
          </p:nvSpPr>
          <p:spPr>
            <a:xfrm>
              <a:off x="4295774" y="1971675"/>
              <a:ext cx="971550" cy="276225"/>
            </a:xfrm>
            <a:custGeom>
              <a:avLst/>
              <a:gdLst/>
              <a:ahLst/>
              <a:cxnLst/>
              <a:rect l="l" t="t" r="r" b="b"/>
              <a:pathLst>
                <a:path w="971550" h="276225">
                  <a:moveTo>
                    <a:pt x="971549" y="276224"/>
                  </a:moveTo>
                  <a:lnTo>
                    <a:pt x="0" y="2762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76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95774" y="2238374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330700" y="1974881"/>
            <a:ext cx="8928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Placement</a:t>
            </a:r>
            <a:r>
              <a:rPr sz="1000" spc="-4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252423"/>
                </a:solidFill>
                <a:latin typeface="Segoe UI"/>
                <a:cs typeface="Segoe UI"/>
              </a:rPr>
              <a:t>Rate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67324" y="1971675"/>
            <a:ext cx="1390650" cy="276225"/>
            <a:chOff x="5267324" y="1971675"/>
            <a:chExt cx="1390650" cy="276225"/>
          </a:xfrm>
        </p:grpSpPr>
        <p:sp>
          <p:nvSpPr>
            <p:cNvPr id="27" name="object 27"/>
            <p:cNvSpPr/>
            <p:nvPr/>
          </p:nvSpPr>
          <p:spPr>
            <a:xfrm>
              <a:off x="5267324" y="1971675"/>
              <a:ext cx="1390650" cy="276225"/>
            </a:xfrm>
            <a:custGeom>
              <a:avLst/>
              <a:gdLst/>
              <a:ahLst/>
              <a:cxnLst/>
              <a:rect l="l" t="t" r="r" b="b"/>
              <a:pathLst>
                <a:path w="1390650" h="276225">
                  <a:moveTo>
                    <a:pt x="1390649" y="276224"/>
                  </a:moveTo>
                  <a:lnTo>
                    <a:pt x="0" y="2762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76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67324" y="2238374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302249" y="1974881"/>
            <a:ext cx="13068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Sum</a:t>
            </a:r>
            <a:r>
              <a:rPr sz="1000" spc="-3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of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Placement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252423"/>
                </a:solidFill>
                <a:latin typeface="Segoe UI"/>
                <a:cs typeface="Segoe UI"/>
              </a:rPr>
              <a:t>Flag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657974" y="1971675"/>
            <a:ext cx="771525" cy="276225"/>
            <a:chOff x="6657974" y="1971675"/>
            <a:chExt cx="771525" cy="276225"/>
          </a:xfrm>
        </p:grpSpPr>
        <p:sp>
          <p:nvSpPr>
            <p:cNvPr id="31" name="object 31"/>
            <p:cNvSpPr/>
            <p:nvPr/>
          </p:nvSpPr>
          <p:spPr>
            <a:xfrm>
              <a:off x="6657974" y="1971675"/>
              <a:ext cx="771525" cy="276225"/>
            </a:xfrm>
            <a:custGeom>
              <a:avLst/>
              <a:gdLst/>
              <a:ahLst/>
              <a:cxnLst/>
              <a:rect l="l" t="t" r="r" b="b"/>
              <a:pathLst>
                <a:path w="771525" h="276225">
                  <a:moveTo>
                    <a:pt x="771524" y="276224"/>
                  </a:moveTo>
                  <a:lnTo>
                    <a:pt x="0" y="2762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76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57974" y="2238374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692900" y="1974881"/>
            <a:ext cx="6934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252423"/>
                </a:solidFill>
                <a:latin typeface="Segoe UI"/>
                <a:cs typeface="Segoe UI"/>
              </a:rPr>
              <a:t>Total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Placed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429499" y="1971675"/>
            <a:ext cx="923925" cy="276225"/>
            <a:chOff x="7429499" y="1971675"/>
            <a:chExt cx="923925" cy="276225"/>
          </a:xfrm>
        </p:grpSpPr>
        <p:sp>
          <p:nvSpPr>
            <p:cNvPr id="35" name="object 35"/>
            <p:cNvSpPr/>
            <p:nvPr/>
          </p:nvSpPr>
          <p:spPr>
            <a:xfrm>
              <a:off x="7429499" y="1971675"/>
              <a:ext cx="923925" cy="276225"/>
            </a:xfrm>
            <a:custGeom>
              <a:avLst/>
              <a:gdLst/>
              <a:ahLst/>
              <a:cxnLst/>
              <a:rect l="l" t="t" r="r" b="b"/>
              <a:pathLst>
                <a:path w="923925" h="276225">
                  <a:moveTo>
                    <a:pt x="923924" y="276224"/>
                  </a:moveTo>
                  <a:lnTo>
                    <a:pt x="0" y="2762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76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29499" y="2238374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464425" y="1974881"/>
            <a:ext cx="8388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company_type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353424" y="1971675"/>
            <a:ext cx="1990725" cy="276225"/>
            <a:chOff x="8353424" y="1971675"/>
            <a:chExt cx="1990725" cy="276225"/>
          </a:xfrm>
        </p:grpSpPr>
        <p:sp>
          <p:nvSpPr>
            <p:cNvPr id="39" name="object 39"/>
            <p:cNvSpPr/>
            <p:nvPr/>
          </p:nvSpPr>
          <p:spPr>
            <a:xfrm>
              <a:off x="8353424" y="1971675"/>
              <a:ext cx="1990725" cy="276225"/>
            </a:xfrm>
            <a:custGeom>
              <a:avLst/>
              <a:gdLst/>
              <a:ahLst/>
              <a:cxnLst/>
              <a:rect l="l" t="t" r="r" b="b"/>
              <a:pathLst>
                <a:path w="1990725" h="276225">
                  <a:moveTo>
                    <a:pt x="1990724" y="276224"/>
                  </a:moveTo>
                  <a:lnTo>
                    <a:pt x="0" y="2762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76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353424" y="2238374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388350" y="1974881"/>
            <a:ext cx="19113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Placement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Rate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by</a:t>
            </a:r>
            <a:r>
              <a:rPr sz="1000" spc="-2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company_type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0344149" y="1971675"/>
            <a:ext cx="1409700" cy="276225"/>
            <a:chOff x="10344149" y="1971675"/>
            <a:chExt cx="1409700" cy="276225"/>
          </a:xfrm>
        </p:grpSpPr>
        <p:sp>
          <p:nvSpPr>
            <p:cNvPr id="43" name="object 43"/>
            <p:cNvSpPr/>
            <p:nvPr/>
          </p:nvSpPr>
          <p:spPr>
            <a:xfrm>
              <a:off x="10344149" y="1971675"/>
              <a:ext cx="1409700" cy="276225"/>
            </a:xfrm>
            <a:custGeom>
              <a:avLst/>
              <a:gdLst/>
              <a:ahLst/>
              <a:cxnLst/>
              <a:rect l="l" t="t" r="r" b="b"/>
              <a:pathLst>
                <a:path w="1409700" h="276225">
                  <a:moveTo>
                    <a:pt x="1409699" y="276224"/>
                  </a:moveTo>
                  <a:lnTo>
                    <a:pt x="0" y="2762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76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344149" y="2238374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0379074" y="1974881"/>
            <a:ext cx="13284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Sum</a:t>
            </a:r>
            <a:r>
              <a:rPr sz="1000" spc="-2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252423"/>
                </a:solidFill>
                <a:latin typeface="Segoe UI"/>
                <a:cs typeface="Segoe UI"/>
              </a:rPr>
              <a:t> Total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Skill</a:t>
            </a:r>
            <a:r>
              <a:rPr sz="1000" spc="-1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252423"/>
                </a:solidFill>
                <a:latin typeface="Segoe UI"/>
                <a:cs typeface="Segoe UI"/>
              </a:rPr>
              <a:t>Score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1753849" y="1971674"/>
            <a:ext cx="533400" cy="276225"/>
            <a:chOff x="11753849" y="1971674"/>
            <a:chExt cx="533400" cy="276225"/>
          </a:xfrm>
        </p:grpSpPr>
        <p:sp>
          <p:nvSpPr>
            <p:cNvPr id="47" name="object 47"/>
            <p:cNvSpPr/>
            <p:nvPr/>
          </p:nvSpPr>
          <p:spPr>
            <a:xfrm>
              <a:off x="11753849" y="1971674"/>
              <a:ext cx="533400" cy="276225"/>
            </a:xfrm>
            <a:custGeom>
              <a:avLst/>
              <a:gdLst/>
              <a:ahLst/>
              <a:cxnLst/>
              <a:rect l="l" t="t" r="r" b="b"/>
              <a:pathLst>
                <a:path w="533400" h="276225">
                  <a:moveTo>
                    <a:pt x="0" y="276225"/>
                  </a:moveTo>
                  <a:lnTo>
                    <a:pt x="0" y="0"/>
                  </a:lnTo>
                  <a:lnTo>
                    <a:pt x="533400" y="0"/>
                  </a:lnTo>
                  <a:lnTo>
                    <a:pt x="533400" y="276224"/>
                  </a:lnTo>
                  <a:lnTo>
                    <a:pt x="0" y="2762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1753849" y="2238374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1788774" y="1974881"/>
            <a:ext cx="4902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resume_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219325" y="2247900"/>
            <a:ext cx="685800" cy="200025"/>
            <a:chOff x="2219325" y="2247900"/>
            <a:chExt cx="685800" cy="200025"/>
          </a:xfrm>
        </p:grpSpPr>
        <p:sp>
          <p:nvSpPr>
            <p:cNvPr id="51" name="object 51"/>
            <p:cNvSpPr/>
            <p:nvPr/>
          </p:nvSpPr>
          <p:spPr>
            <a:xfrm>
              <a:off x="2219325" y="2247900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219325" y="243839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254250" y="2251106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STU00416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905124" y="2243137"/>
            <a:ext cx="685800" cy="209550"/>
            <a:chOff x="2905124" y="2243137"/>
            <a:chExt cx="685800" cy="209550"/>
          </a:xfrm>
        </p:grpSpPr>
        <p:sp>
          <p:nvSpPr>
            <p:cNvPr id="55" name="object 55"/>
            <p:cNvSpPr/>
            <p:nvPr/>
          </p:nvSpPr>
          <p:spPr>
            <a:xfrm>
              <a:off x="2905124" y="2247900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905124" y="243839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952749" y="2257425"/>
              <a:ext cx="590550" cy="171450"/>
            </a:xfrm>
            <a:custGeom>
              <a:avLst/>
              <a:gdLst/>
              <a:ahLst/>
              <a:cxnLst/>
              <a:rect l="l" t="t" r="r" b="b"/>
              <a:pathLst>
                <a:path w="590550" h="171450">
                  <a:moveTo>
                    <a:pt x="590549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90549" y="0"/>
                  </a:lnTo>
                  <a:lnTo>
                    <a:pt x="590549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957512" y="2247900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29222" y="22511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33.44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590924" y="2247900"/>
            <a:ext cx="704850" cy="200025"/>
            <a:chOff x="3590924" y="2247900"/>
            <a:chExt cx="704850" cy="200025"/>
          </a:xfrm>
        </p:grpSpPr>
        <p:sp>
          <p:nvSpPr>
            <p:cNvPr id="61" name="object 61"/>
            <p:cNvSpPr/>
            <p:nvPr/>
          </p:nvSpPr>
          <p:spPr>
            <a:xfrm>
              <a:off x="3590924" y="2247900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590924" y="2438399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3934073" y="22511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33.44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295774" y="2247900"/>
            <a:ext cx="971550" cy="200025"/>
            <a:chOff x="4295774" y="2247900"/>
            <a:chExt cx="971550" cy="200025"/>
          </a:xfrm>
        </p:grpSpPr>
        <p:sp>
          <p:nvSpPr>
            <p:cNvPr id="65" name="object 65"/>
            <p:cNvSpPr/>
            <p:nvPr/>
          </p:nvSpPr>
          <p:spPr>
            <a:xfrm>
              <a:off x="4295774" y="2247900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295774" y="2438399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4837162" y="225110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5267324" y="2247900"/>
            <a:ext cx="1390650" cy="200025"/>
            <a:chOff x="5267324" y="2247900"/>
            <a:chExt cx="1390650" cy="200025"/>
          </a:xfrm>
        </p:grpSpPr>
        <p:sp>
          <p:nvSpPr>
            <p:cNvPr id="69" name="object 69"/>
            <p:cNvSpPr/>
            <p:nvPr/>
          </p:nvSpPr>
          <p:spPr>
            <a:xfrm>
              <a:off x="5267324" y="2247900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267324" y="2438399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6529189" y="2251106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657974" y="2247900"/>
            <a:ext cx="1695450" cy="200025"/>
            <a:chOff x="6657974" y="2247900"/>
            <a:chExt cx="1695450" cy="200025"/>
          </a:xfrm>
        </p:grpSpPr>
        <p:sp>
          <p:nvSpPr>
            <p:cNvPr id="73" name="object 73"/>
            <p:cNvSpPr/>
            <p:nvPr/>
          </p:nvSpPr>
          <p:spPr>
            <a:xfrm>
              <a:off x="6657974" y="2247900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657974" y="2438399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429499" y="2247900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429499" y="2438399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7300714" y="2251106"/>
            <a:ext cx="47688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47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MNC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8353424" y="2247900"/>
            <a:ext cx="3400425" cy="200025"/>
            <a:chOff x="8353424" y="2247900"/>
            <a:chExt cx="3400425" cy="200025"/>
          </a:xfrm>
        </p:grpSpPr>
        <p:sp>
          <p:nvSpPr>
            <p:cNvPr id="79" name="object 79"/>
            <p:cNvSpPr/>
            <p:nvPr/>
          </p:nvSpPr>
          <p:spPr>
            <a:xfrm>
              <a:off x="8353424" y="2247900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353424" y="2438399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401037" y="2319337"/>
              <a:ext cx="43180" cy="47625"/>
            </a:xfrm>
            <a:custGeom>
              <a:avLst/>
              <a:gdLst/>
              <a:ahLst/>
              <a:cxnLst/>
              <a:rect l="l" t="t" r="r" b="b"/>
              <a:pathLst>
                <a:path w="43179" h="47625">
                  <a:moveTo>
                    <a:pt x="42862" y="20662"/>
                  </a:moveTo>
                  <a:lnTo>
                    <a:pt x="22212" y="0"/>
                  </a:lnTo>
                  <a:lnTo>
                    <a:pt x="15900" y="0"/>
                  </a:lnTo>
                  <a:lnTo>
                    <a:pt x="12865" y="609"/>
                  </a:lnTo>
                  <a:lnTo>
                    <a:pt x="7023" y="3022"/>
                  </a:lnTo>
                  <a:lnTo>
                    <a:pt x="4445" y="4749"/>
                  </a:lnTo>
                  <a:lnTo>
                    <a:pt x="0" y="9207"/>
                  </a:lnTo>
                  <a:lnTo>
                    <a:pt x="0" y="38417"/>
                  </a:lnTo>
                  <a:lnTo>
                    <a:pt x="4445" y="42887"/>
                  </a:lnTo>
                  <a:lnTo>
                    <a:pt x="7023" y="44615"/>
                  </a:lnTo>
                  <a:lnTo>
                    <a:pt x="12865" y="47028"/>
                  </a:lnTo>
                  <a:lnTo>
                    <a:pt x="15900" y="47625"/>
                  </a:lnTo>
                  <a:lnTo>
                    <a:pt x="22212" y="47625"/>
                  </a:lnTo>
                  <a:lnTo>
                    <a:pt x="42862" y="26974"/>
                  </a:lnTo>
                  <a:lnTo>
                    <a:pt x="42862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0344149" y="2247900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0344149" y="2438399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11392147" y="22511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85.33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2219325" y="2247899"/>
            <a:ext cx="10067925" cy="400050"/>
            <a:chOff x="2219325" y="2247899"/>
            <a:chExt cx="10067925" cy="400050"/>
          </a:xfrm>
        </p:grpSpPr>
        <p:sp>
          <p:nvSpPr>
            <p:cNvPr id="86" name="object 86"/>
            <p:cNvSpPr/>
            <p:nvPr/>
          </p:nvSpPr>
          <p:spPr>
            <a:xfrm>
              <a:off x="11753848" y="2247899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1753850" y="243839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219325" y="244792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219325" y="263842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2254250" y="2451131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STU01074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2905124" y="2443162"/>
            <a:ext cx="685800" cy="209550"/>
            <a:chOff x="2905124" y="2443162"/>
            <a:chExt cx="685800" cy="209550"/>
          </a:xfrm>
        </p:grpSpPr>
        <p:sp>
          <p:nvSpPr>
            <p:cNvPr id="92" name="object 92"/>
            <p:cNvSpPr/>
            <p:nvPr/>
          </p:nvSpPr>
          <p:spPr>
            <a:xfrm>
              <a:off x="2905124" y="244792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905124" y="263842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952749" y="2457449"/>
              <a:ext cx="561975" cy="171450"/>
            </a:xfrm>
            <a:custGeom>
              <a:avLst/>
              <a:gdLst/>
              <a:ahLst/>
              <a:cxnLst/>
              <a:rect l="l" t="t" r="r" b="b"/>
              <a:pathLst>
                <a:path w="561975" h="171450">
                  <a:moveTo>
                    <a:pt x="56197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61974" y="0"/>
                  </a:lnTo>
                  <a:lnTo>
                    <a:pt x="561974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957512" y="2447924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3229222" y="24511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31.66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3590924" y="2447924"/>
            <a:ext cx="704850" cy="200025"/>
            <a:chOff x="3590924" y="2447924"/>
            <a:chExt cx="704850" cy="200025"/>
          </a:xfrm>
        </p:grpSpPr>
        <p:sp>
          <p:nvSpPr>
            <p:cNvPr id="98" name="object 98"/>
            <p:cNvSpPr/>
            <p:nvPr/>
          </p:nvSpPr>
          <p:spPr>
            <a:xfrm>
              <a:off x="3590924" y="2447924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590924" y="2638424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3934073" y="24511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31.66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4295774" y="2447924"/>
            <a:ext cx="971550" cy="200025"/>
            <a:chOff x="4295774" y="2447924"/>
            <a:chExt cx="971550" cy="200025"/>
          </a:xfrm>
        </p:grpSpPr>
        <p:sp>
          <p:nvSpPr>
            <p:cNvPr id="102" name="object 102"/>
            <p:cNvSpPr/>
            <p:nvPr/>
          </p:nvSpPr>
          <p:spPr>
            <a:xfrm>
              <a:off x="4295774" y="2447924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295774" y="2638424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4837162" y="2451131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5267324" y="2447924"/>
            <a:ext cx="1390650" cy="200025"/>
            <a:chOff x="5267324" y="2447924"/>
            <a:chExt cx="1390650" cy="200025"/>
          </a:xfrm>
        </p:grpSpPr>
        <p:sp>
          <p:nvSpPr>
            <p:cNvPr id="106" name="object 106"/>
            <p:cNvSpPr/>
            <p:nvPr/>
          </p:nvSpPr>
          <p:spPr>
            <a:xfrm>
              <a:off x="5267324" y="2447924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267324" y="2638424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6529189" y="2451131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6657974" y="2447924"/>
            <a:ext cx="1695450" cy="200025"/>
            <a:chOff x="6657974" y="2447924"/>
            <a:chExt cx="1695450" cy="200025"/>
          </a:xfrm>
        </p:grpSpPr>
        <p:sp>
          <p:nvSpPr>
            <p:cNvPr id="110" name="object 110"/>
            <p:cNvSpPr/>
            <p:nvPr/>
          </p:nvSpPr>
          <p:spPr>
            <a:xfrm>
              <a:off x="6657974" y="2447924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657974" y="2638424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429499" y="2447924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429499" y="2638424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7300714" y="2451131"/>
            <a:ext cx="47688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47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MNC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8353424" y="2447924"/>
            <a:ext cx="3400425" cy="200025"/>
            <a:chOff x="8353424" y="2447924"/>
            <a:chExt cx="3400425" cy="200025"/>
          </a:xfrm>
        </p:grpSpPr>
        <p:sp>
          <p:nvSpPr>
            <p:cNvPr id="116" name="object 116"/>
            <p:cNvSpPr/>
            <p:nvPr/>
          </p:nvSpPr>
          <p:spPr>
            <a:xfrm>
              <a:off x="8353424" y="2447924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353424" y="2638424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401037" y="2519362"/>
              <a:ext cx="43180" cy="47625"/>
            </a:xfrm>
            <a:custGeom>
              <a:avLst/>
              <a:gdLst/>
              <a:ahLst/>
              <a:cxnLst/>
              <a:rect l="l" t="t" r="r" b="b"/>
              <a:pathLst>
                <a:path w="43179" h="47625">
                  <a:moveTo>
                    <a:pt x="42862" y="20662"/>
                  </a:moveTo>
                  <a:lnTo>
                    <a:pt x="22212" y="0"/>
                  </a:lnTo>
                  <a:lnTo>
                    <a:pt x="15900" y="0"/>
                  </a:lnTo>
                  <a:lnTo>
                    <a:pt x="12865" y="609"/>
                  </a:lnTo>
                  <a:lnTo>
                    <a:pt x="7023" y="3022"/>
                  </a:lnTo>
                  <a:lnTo>
                    <a:pt x="4445" y="4749"/>
                  </a:lnTo>
                  <a:lnTo>
                    <a:pt x="0" y="9207"/>
                  </a:lnTo>
                  <a:lnTo>
                    <a:pt x="0" y="38417"/>
                  </a:lnTo>
                  <a:lnTo>
                    <a:pt x="4445" y="42887"/>
                  </a:lnTo>
                  <a:lnTo>
                    <a:pt x="7023" y="44615"/>
                  </a:lnTo>
                  <a:lnTo>
                    <a:pt x="12865" y="47028"/>
                  </a:lnTo>
                  <a:lnTo>
                    <a:pt x="15900" y="47625"/>
                  </a:lnTo>
                  <a:lnTo>
                    <a:pt x="22212" y="47625"/>
                  </a:lnTo>
                  <a:lnTo>
                    <a:pt x="42862" y="26974"/>
                  </a:lnTo>
                  <a:lnTo>
                    <a:pt x="42862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0344149" y="2447924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0344149" y="2638424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11392147" y="24511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93.67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2219325" y="2447924"/>
            <a:ext cx="10067925" cy="400050"/>
            <a:chOff x="2219325" y="2447924"/>
            <a:chExt cx="10067925" cy="400050"/>
          </a:xfrm>
        </p:grpSpPr>
        <p:sp>
          <p:nvSpPr>
            <p:cNvPr id="123" name="object 123"/>
            <p:cNvSpPr/>
            <p:nvPr/>
          </p:nvSpPr>
          <p:spPr>
            <a:xfrm>
              <a:off x="11753848" y="2447924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1753850" y="2638424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219325" y="264794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219325" y="283844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2254250" y="2651156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STU00578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2905124" y="2643187"/>
            <a:ext cx="685800" cy="209550"/>
            <a:chOff x="2905124" y="2643187"/>
            <a:chExt cx="685800" cy="209550"/>
          </a:xfrm>
        </p:grpSpPr>
        <p:sp>
          <p:nvSpPr>
            <p:cNvPr id="129" name="object 129"/>
            <p:cNvSpPr/>
            <p:nvPr/>
          </p:nvSpPr>
          <p:spPr>
            <a:xfrm>
              <a:off x="2905124" y="264794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905124" y="283844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952749" y="2657474"/>
              <a:ext cx="552450" cy="171450"/>
            </a:xfrm>
            <a:custGeom>
              <a:avLst/>
              <a:gdLst/>
              <a:ahLst/>
              <a:cxnLst/>
              <a:rect l="l" t="t" r="r" b="b"/>
              <a:pathLst>
                <a:path w="552450" h="171450">
                  <a:moveTo>
                    <a:pt x="552449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52449" y="0"/>
                  </a:lnTo>
                  <a:lnTo>
                    <a:pt x="552449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957512" y="2647949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3229222" y="26511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31.39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3590924" y="2647949"/>
            <a:ext cx="704850" cy="200025"/>
            <a:chOff x="3590924" y="2647949"/>
            <a:chExt cx="704850" cy="200025"/>
          </a:xfrm>
        </p:grpSpPr>
        <p:sp>
          <p:nvSpPr>
            <p:cNvPr id="135" name="object 135"/>
            <p:cNvSpPr/>
            <p:nvPr/>
          </p:nvSpPr>
          <p:spPr>
            <a:xfrm>
              <a:off x="3590924" y="2647949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590924" y="2838449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137"/>
          <p:cNvSpPr txBox="1"/>
          <p:nvPr/>
        </p:nvSpPr>
        <p:spPr>
          <a:xfrm>
            <a:off x="3934073" y="26511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31.39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4295774" y="2647949"/>
            <a:ext cx="971550" cy="200025"/>
            <a:chOff x="4295774" y="2647949"/>
            <a:chExt cx="971550" cy="200025"/>
          </a:xfrm>
        </p:grpSpPr>
        <p:sp>
          <p:nvSpPr>
            <p:cNvPr id="139" name="object 139"/>
            <p:cNvSpPr/>
            <p:nvPr/>
          </p:nvSpPr>
          <p:spPr>
            <a:xfrm>
              <a:off x="4295774" y="2647949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295774" y="2838449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4837162" y="265115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5267324" y="2647949"/>
            <a:ext cx="1390650" cy="200025"/>
            <a:chOff x="5267324" y="2647949"/>
            <a:chExt cx="1390650" cy="200025"/>
          </a:xfrm>
        </p:grpSpPr>
        <p:sp>
          <p:nvSpPr>
            <p:cNvPr id="143" name="object 143"/>
            <p:cNvSpPr/>
            <p:nvPr/>
          </p:nvSpPr>
          <p:spPr>
            <a:xfrm>
              <a:off x="5267324" y="2647949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267324" y="2838449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6529189" y="2651156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6657974" y="2647949"/>
            <a:ext cx="1695450" cy="200025"/>
            <a:chOff x="6657974" y="2647949"/>
            <a:chExt cx="1695450" cy="200025"/>
          </a:xfrm>
        </p:grpSpPr>
        <p:sp>
          <p:nvSpPr>
            <p:cNvPr id="147" name="object 147"/>
            <p:cNvSpPr/>
            <p:nvPr/>
          </p:nvSpPr>
          <p:spPr>
            <a:xfrm>
              <a:off x="6657974" y="2647949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657974" y="2838449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429499" y="2647949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429499" y="2838449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7300714" y="2651156"/>
            <a:ext cx="47688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47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MNC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8353424" y="2647949"/>
            <a:ext cx="3400425" cy="200025"/>
            <a:chOff x="8353424" y="2647949"/>
            <a:chExt cx="3400425" cy="200025"/>
          </a:xfrm>
        </p:grpSpPr>
        <p:sp>
          <p:nvSpPr>
            <p:cNvPr id="153" name="object 153"/>
            <p:cNvSpPr/>
            <p:nvPr/>
          </p:nvSpPr>
          <p:spPr>
            <a:xfrm>
              <a:off x="8353424" y="2647949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8353424" y="2838449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8401037" y="2719387"/>
              <a:ext cx="43180" cy="47625"/>
            </a:xfrm>
            <a:custGeom>
              <a:avLst/>
              <a:gdLst/>
              <a:ahLst/>
              <a:cxnLst/>
              <a:rect l="l" t="t" r="r" b="b"/>
              <a:pathLst>
                <a:path w="43179" h="47625">
                  <a:moveTo>
                    <a:pt x="42862" y="20662"/>
                  </a:moveTo>
                  <a:lnTo>
                    <a:pt x="22212" y="0"/>
                  </a:lnTo>
                  <a:lnTo>
                    <a:pt x="15900" y="0"/>
                  </a:lnTo>
                  <a:lnTo>
                    <a:pt x="12865" y="609"/>
                  </a:lnTo>
                  <a:lnTo>
                    <a:pt x="7023" y="3022"/>
                  </a:lnTo>
                  <a:lnTo>
                    <a:pt x="4445" y="4749"/>
                  </a:lnTo>
                  <a:lnTo>
                    <a:pt x="0" y="9207"/>
                  </a:lnTo>
                  <a:lnTo>
                    <a:pt x="0" y="38417"/>
                  </a:lnTo>
                  <a:lnTo>
                    <a:pt x="4445" y="42887"/>
                  </a:lnTo>
                  <a:lnTo>
                    <a:pt x="7023" y="44615"/>
                  </a:lnTo>
                  <a:lnTo>
                    <a:pt x="12865" y="47028"/>
                  </a:lnTo>
                  <a:lnTo>
                    <a:pt x="15900" y="47625"/>
                  </a:lnTo>
                  <a:lnTo>
                    <a:pt x="22212" y="47625"/>
                  </a:lnTo>
                  <a:lnTo>
                    <a:pt x="42862" y="26974"/>
                  </a:lnTo>
                  <a:lnTo>
                    <a:pt x="42862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0344149" y="2647949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0344149" y="2838449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8" name="object 158"/>
          <p:cNvSpPr txBox="1"/>
          <p:nvPr/>
        </p:nvSpPr>
        <p:spPr>
          <a:xfrm>
            <a:off x="11392147" y="26511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96.67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59" name="object 159"/>
          <p:cNvGrpSpPr/>
          <p:nvPr/>
        </p:nvGrpSpPr>
        <p:grpSpPr>
          <a:xfrm>
            <a:off x="2219325" y="2647949"/>
            <a:ext cx="10067925" cy="400050"/>
            <a:chOff x="2219325" y="2647949"/>
            <a:chExt cx="10067925" cy="400050"/>
          </a:xfrm>
        </p:grpSpPr>
        <p:sp>
          <p:nvSpPr>
            <p:cNvPr id="160" name="object 160"/>
            <p:cNvSpPr/>
            <p:nvPr/>
          </p:nvSpPr>
          <p:spPr>
            <a:xfrm>
              <a:off x="11753848" y="2647949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1753850" y="283844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219325" y="284797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219325" y="303847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" name="object 164"/>
          <p:cNvSpPr txBox="1"/>
          <p:nvPr/>
        </p:nvSpPr>
        <p:spPr>
          <a:xfrm>
            <a:off x="2254250" y="2851181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STU00914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2905124" y="2843212"/>
            <a:ext cx="685800" cy="209550"/>
            <a:chOff x="2905124" y="2843212"/>
            <a:chExt cx="685800" cy="209550"/>
          </a:xfrm>
        </p:grpSpPr>
        <p:sp>
          <p:nvSpPr>
            <p:cNvPr id="166" name="object 166"/>
            <p:cNvSpPr/>
            <p:nvPr/>
          </p:nvSpPr>
          <p:spPr>
            <a:xfrm>
              <a:off x="2905124" y="284797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905124" y="303847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2952749" y="2857499"/>
              <a:ext cx="552450" cy="171450"/>
            </a:xfrm>
            <a:custGeom>
              <a:avLst/>
              <a:gdLst/>
              <a:ahLst/>
              <a:cxnLst/>
              <a:rect l="l" t="t" r="r" b="b"/>
              <a:pathLst>
                <a:path w="552450" h="171450">
                  <a:moveTo>
                    <a:pt x="552449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52449" y="0"/>
                  </a:lnTo>
                  <a:lnTo>
                    <a:pt x="552449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2957512" y="2847974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0" name="object 170"/>
          <p:cNvSpPr txBox="1"/>
          <p:nvPr/>
        </p:nvSpPr>
        <p:spPr>
          <a:xfrm>
            <a:off x="3229222" y="28511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31.08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71" name="object 171"/>
          <p:cNvGrpSpPr/>
          <p:nvPr/>
        </p:nvGrpSpPr>
        <p:grpSpPr>
          <a:xfrm>
            <a:off x="3590924" y="2847974"/>
            <a:ext cx="704850" cy="200025"/>
            <a:chOff x="3590924" y="2847974"/>
            <a:chExt cx="704850" cy="200025"/>
          </a:xfrm>
        </p:grpSpPr>
        <p:sp>
          <p:nvSpPr>
            <p:cNvPr id="172" name="object 172"/>
            <p:cNvSpPr/>
            <p:nvPr/>
          </p:nvSpPr>
          <p:spPr>
            <a:xfrm>
              <a:off x="3590924" y="2847974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590924" y="3038474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4" name="object 174"/>
          <p:cNvSpPr txBox="1"/>
          <p:nvPr/>
        </p:nvSpPr>
        <p:spPr>
          <a:xfrm>
            <a:off x="3934073" y="28511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31.08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4295774" y="2847974"/>
            <a:ext cx="971550" cy="200025"/>
            <a:chOff x="4295774" y="2847974"/>
            <a:chExt cx="971550" cy="200025"/>
          </a:xfrm>
        </p:grpSpPr>
        <p:sp>
          <p:nvSpPr>
            <p:cNvPr id="176" name="object 176"/>
            <p:cNvSpPr/>
            <p:nvPr/>
          </p:nvSpPr>
          <p:spPr>
            <a:xfrm>
              <a:off x="4295774" y="2847974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4295774" y="3038474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8" name="object 178"/>
          <p:cNvSpPr txBox="1"/>
          <p:nvPr/>
        </p:nvSpPr>
        <p:spPr>
          <a:xfrm>
            <a:off x="4837162" y="2851181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5267324" y="2847974"/>
            <a:ext cx="1390650" cy="200025"/>
            <a:chOff x="5267324" y="2847974"/>
            <a:chExt cx="1390650" cy="200025"/>
          </a:xfrm>
        </p:grpSpPr>
        <p:sp>
          <p:nvSpPr>
            <p:cNvPr id="180" name="object 180"/>
            <p:cNvSpPr/>
            <p:nvPr/>
          </p:nvSpPr>
          <p:spPr>
            <a:xfrm>
              <a:off x="5267324" y="2847974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5267324" y="3038474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2" name="object 182"/>
          <p:cNvSpPr txBox="1"/>
          <p:nvPr/>
        </p:nvSpPr>
        <p:spPr>
          <a:xfrm>
            <a:off x="6529189" y="2851181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83" name="object 183"/>
          <p:cNvGrpSpPr/>
          <p:nvPr/>
        </p:nvGrpSpPr>
        <p:grpSpPr>
          <a:xfrm>
            <a:off x="6657974" y="2847974"/>
            <a:ext cx="1695450" cy="200025"/>
            <a:chOff x="6657974" y="2847974"/>
            <a:chExt cx="1695450" cy="200025"/>
          </a:xfrm>
        </p:grpSpPr>
        <p:sp>
          <p:nvSpPr>
            <p:cNvPr id="184" name="object 184"/>
            <p:cNvSpPr/>
            <p:nvPr/>
          </p:nvSpPr>
          <p:spPr>
            <a:xfrm>
              <a:off x="6657974" y="2847974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6657974" y="3038474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7429499" y="2847974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429499" y="3038474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8" name="object 188"/>
          <p:cNvSpPr txBox="1"/>
          <p:nvPr/>
        </p:nvSpPr>
        <p:spPr>
          <a:xfrm>
            <a:off x="7300714" y="2851181"/>
            <a:ext cx="47688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47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MNC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89" name="object 189"/>
          <p:cNvGrpSpPr/>
          <p:nvPr/>
        </p:nvGrpSpPr>
        <p:grpSpPr>
          <a:xfrm>
            <a:off x="8353424" y="2847974"/>
            <a:ext cx="3400425" cy="200025"/>
            <a:chOff x="8353424" y="2847974"/>
            <a:chExt cx="3400425" cy="200025"/>
          </a:xfrm>
        </p:grpSpPr>
        <p:sp>
          <p:nvSpPr>
            <p:cNvPr id="190" name="object 190"/>
            <p:cNvSpPr/>
            <p:nvPr/>
          </p:nvSpPr>
          <p:spPr>
            <a:xfrm>
              <a:off x="8353424" y="2847974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8353424" y="3038474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8401037" y="2919412"/>
              <a:ext cx="43180" cy="47625"/>
            </a:xfrm>
            <a:custGeom>
              <a:avLst/>
              <a:gdLst/>
              <a:ahLst/>
              <a:cxnLst/>
              <a:rect l="l" t="t" r="r" b="b"/>
              <a:pathLst>
                <a:path w="43179" h="47625">
                  <a:moveTo>
                    <a:pt x="42862" y="20662"/>
                  </a:moveTo>
                  <a:lnTo>
                    <a:pt x="22212" y="0"/>
                  </a:lnTo>
                  <a:lnTo>
                    <a:pt x="15900" y="0"/>
                  </a:lnTo>
                  <a:lnTo>
                    <a:pt x="12865" y="609"/>
                  </a:lnTo>
                  <a:lnTo>
                    <a:pt x="7023" y="3022"/>
                  </a:lnTo>
                  <a:lnTo>
                    <a:pt x="4445" y="4749"/>
                  </a:lnTo>
                  <a:lnTo>
                    <a:pt x="0" y="9207"/>
                  </a:lnTo>
                  <a:lnTo>
                    <a:pt x="0" y="38417"/>
                  </a:lnTo>
                  <a:lnTo>
                    <a:pt x="4445" y="42887"/>
                  </a:lnTo>
                  <a:lnTo>
                    <a:pt x="7023" y="44615"/>
                  </a:lnTo>
                  <a:lnTo>
                    <a:pt x="12865" y="47028"/>
                  </a:lnTo>
                  <a:lnTo>
                    <a:pt x="15900" y="47625"/>
                  </a:lnTo>
                  <a:lnTo>
                    <a:pt x="22212" y="47625"/>
                  </a:lnTo>
                  <a:lnTo>
                    <a:pt x="42862" y="26974"/>
                  </a:lnTo>
                  <a:lnTo>
                    <a:pt x="42862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0344149" y="2847974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0344149" y="3038474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5" name="object 195"/>
          <p:cNvSpPr txBox="1"/>
          <p:nvPr/>
        </p:nvSpPr>
        <p:spPr>
          <a:xfrm>
            <a:off x="11392147" y="28511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88.33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2219325" y="2847974"/>
            <a:ext cx="10067925" cy="400050"/>
            <a:chOff x="2219325" y="2847974"/>
            <a:chExt cx="10067925" cy="400050"/>
          </a:xfrm>
        </p:grpSpPr>
        <p:sp>
          <p:nvSpPr>
            <p:cNvPr id="197" name="object 197"/>
            <p:cNvSpPr/>
            <p:nvPr/>
          </p:nvSpPr>
          <p:spPr>
            <a:xfrm>
              <a:off x="11753848" y="2847974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1753850" y="3038474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2219325" y="304799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2219325" y="323849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1" name="object 201"/>
          <p:cNvSpPr txBox="1"/>
          <p:nvPr/>
        </p:nvSpPr>
        <p:spPr>
          <a:xfrm>
            <a:off x="2254250" y="3051206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STU01525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2905124" y="3043237"/>
            <a:ext cx="685800" cy="209550"/>
            <a:chOff x="2905124" y="3043237"/>
            <a:chExt cx="685800" cy="209550"/>
          </a:xfrm>
        </p:grpSpPr>
        <p:sp>
          <p:nvSpPr>
            <p:cNvPr id="203" name="object 203"/>
            <p:cNvSpPr/>
            <p:nvPr/>
          </p:nvSpPr>
          <p:spPr>
            <a:xfrm>
              <a:off x="2905124" y="304799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2905124" y="323849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2952749" y="3057524"/>
              <a:ext cx="542925" cy="171450"/>
            </a:xfrm>
            <a:custGeom>
              <a:avLst/>
              <a:gdLst/>
              <a:ahLst/>
              <a:cxnLst/>
              <a:rect l="l" t="t" r="r" b="b"/>
              <a:pathLst>
                <a:path w="542925" h="171450">
                  <a:moveTo>
                    <a:pt x="54292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2957512" y="3047999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7" name="object 207"/>
          <p:cNvSpPr txBox="1"/>
          <p:nvPr/>
        </p:nvSpPr>
        <p:spPr>
          <a:xfrm>
            <a:off x="3229222" y="30512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30.67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08" name="object 208"/>
          <p:cNvGrpSpPr/>
          <p:nvPr/>
        </p:nvGrpSpPr>
        <p:grpSpPr>
          <a:xfrm>
            <a:off x="3590924" y="3047999"/>
            <a:ext cx="704850" cy="200025"/>
            <a:chOff x="3590924" y="3047999"/>
            <a:chExt cx="704850" cy="200025"/>
          </a:xfrm>
        </p:grpSpPr>
        <p:sp>
          <p:nvSpPr>
            <p:cNvPr id="209" name="object 209"/>
            <p:cNvSpPr/>
            <p:nvPr/>
          </p:nvSpPr>
          <p:spPr>
            <a:xfrm>
              <a:off x="3590924" y="3047999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3590924" y="3238499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1" name="object 211"/>
          <p:cNvSpPr txBox="1"/>
          <p:nvPr/>
        </p:nvSpPr>
        <p:spPr>
          <a:xfrm>
            <a:off x="3934073" y="30512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30.67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12" name="object 212"/>
          <p:cNvGrpSpPr/>
          <p:nvPr/>
        </p:nvGrpSpPr>
        <p:grpSpPr>
          <a:xfrm>
            <a:off x="4295774" y="3047999"/>
            <a:ext cx="971550" cy="200025"/>
            <a:chOff x="4295774" y="3047999"/>
            <a:chExt cx="971550" cy="200025"/>
          </a:xfrm>
        </p:grpSpPr>
        <p:sp>
          <p:nvSpPr>
            <p:cNvPr id="213" name="object 213"/>
            <p:cNvSpPr/>
            <p:nvPr/>
          </p:nvSpPr>
          <p:spPr>
            <a:xfrm>
              <a:off x="4295774" y="3047999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4295774" y="3238499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5" name="object 215"/>
          <p:cNvSpPr txBox="1"/>
          <p:nvPr/>
        </p:nvSpPr>
        <p:spPr>
          <a:xfrm>
            <a:off x="4837162" y="305120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5267324" y="3047999"/>
            <a:ext cx="1390650" cy="200025"/>
            <a:chOff x="5267324" y="3047999"/>
            <a:chExt cx="1390650" cy="200025"/>
          </a:xfrm>
        </p:grpSpPr>
        <p:sp>
          <p:nvSpPr>
            <p:cNvPr id="217" name="object 217"/>
            <p:cNvSpPr/>
            <p:nvPr/>
          </p:nvSpPr>
          <p:spPr>
            <a:xfrm>
              <a:off x="5267324" y="3047999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5267324" y="3238499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9" name="object 219"/>
          <p:cNvSpPr txBox="1"/>
          <p:nvPr/>
        </p:nvSpPr>
        <p:spPr>
          <a:xfrm>
            <a:off x="6529189" y="3051206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20" name="object 220"/>
          <p:cNvGrpSpPr/>
          <p:nvPr/>
        </p:nvGrpSpPr>
        <p:grpSpPr>
          <a:xfrm>
            <a:off x="6657974" y="3047999"/>
            <a:ext cx="1695450" cy="200025"/>
            <a:chOff x="6657974" y="3047999"/>
            <a:chExt cx="1695450" cy="200025"/>
          </a:xfrm>
        </p:grpSpPr>
        <p:sp>
          <p:nvSpPr>
            <p:cNvPr id="221" name="object 221"/>
            <p:cNvSpPr/>
            <p:nvPr/>
          </p:nvSpPr>
          <p:spPr>
            <a:xfrm>
              <a:off x="6657974" y="3047999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6657974" y="3238499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7429499" y="3047999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7429499" y="3238499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5" name="object 225"/>
          <p:cNvSpPr txBox="1"/>
          <p:nvPr/>
        </p:nvSpPr>
        <p:spPr>
          <a:xfrm>
            <a:off x="7300714" y="3051206"/>
            <a:ext cx="9671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120" dirty="0">
                <a:solidFill>
                  <a:srgbClr val="252423"/>
                </a:solidFill>
                <a:latin typeface="Segoe UI"/>
                <a:cs typeface="Segoe UI"/>
              </a:rPr>
              <a:t> 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Service-Based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26" name="object 226"/>
          <p:cNvGrpSpPr/>
          <p:nvPr/>
        </p:nvGrpSpPr>
        <p:grpSpPr>
          <a:xfrm>
            <a:off x="8353424" y="3047999"/>
            <a:ext cx="3400425" cy="200025"/>
            <a:chOff x="8353424" y="3047999"/>
            <a:chExt cx="3400425" cy="200025"/>
          </a:xfrm>
        </p:grpSpPr>
        <p:sp>
          <p:nvSpPr>
            <p:cNvPr id="227" name="object 227"/>
            <p:cNvSpPr/>
            <p:nvPr/>
          </p:nvSpPr>
          <p:spPr>
            <a:xfrm>
              <a:off x="8353424" y="3047999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8353424" y="3238499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9634525" y="31194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381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10344149" y="3047999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10344149" y="3238499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2" name="object 232"/>
          <p:cNvSpPr txBox="1"/>
          <p:nvPr/>
        </p:nvSpPr>
        <p:spPr>
          <a:xfrm>
            <a:off x="11392147" y="30512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89.33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33" name="object 233"/>
          <p:cNvGrpSpPr/>
          <p:nvPr/>
        </p:nvGrpSpPr>
        <p:grpSpPr>
          <a:xfrm>
            <a:off x="2219325" y="3047999"/>
            <a:ext cx="10067925" cy="400050"/>
            <a:chOff x="2219325" y="3047999"/>
            <a:chExt cx="10067925" cy="400050"/>
          </a:xfrm>
        </p:grpSpPr>
        <p:sp>
          <p:nvSpPr>
            <p:cNvPr id="234" name="object 234"/>
            <p:cNvSpPr/>
            <p:nvPr/>
          </p:nvSpPr>
          <p:spPr>
            <a:xfrm>
              <a:off x="11753848" y="3047999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11753850" y="323849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2219325" y="324802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2219325" y="343852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8" name="object 238"/>
          <p:cNvSpPr txBox="1"/>
          <p:nvPr/>
        </p:nvSpPr>
        <p:spPr>
          <a:xfrm>
            <a:off x="2254250" y="3251231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STU01597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39" name="object 239"/>
          <p:cNvGrpSpPr/>
          <p:nvPr/>
        </p:nvGrpSpPr>
        <p:grpSpPr>
          <a:xfrm>
            <a:off x="2905124" y="3243262"/>
            <a:ext cx="685800" cy="209550"/>
            <a:chOff x="2905124" y="3243262"/>
            <a:chExt cx="685800" cy="209550"/>
          </a:xfrm>
        </p:grpSpPr>
        <p:sp>
          <p:nvSpPr>
            <p:cNvPr id="240" name="object 240"/>
            <p:cNvSpPr/>
            <p:nvPr/>
          </p:nvSpPr>
          <p:spPr>
            <a:xfrm>
              <a:off x="2905124" y="324802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2905124" y="343852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2952749" y="3257549"/>
              <a:ext cx="533400" cy="171450"/>
            </a:xfrm>
            <a:custGeom>
              <a:avLst/>
              <a:gdLst/>
              <a:ahLst/>
              <a:cxnLst/>
              <a:rect l="l" t="t" r="r" b="b"/>
              <a:pathLst>
                <a:path w="533400" h="171450">
                  <a:moveTo>
                    <a:pt x="533399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33399" y="0"/>
                  </a:lnTo>
                  <a:lnTo>
                    <a:pt x="533399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2957512" y="3248024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4" name="object 244"/>
          <p:cNvSpPr txBox="1"/>
          <p:nvPr/>
        </p:nvSpPr>
        <p:spPr>
          <a:xfrm>
            <a:off x="3229222" y="32512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30.09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45" name="object 245"/>
          <p:cNvGrpSpPr/>
          <p:nvPr/>
        </p:nvGrpSpPr>
        <p:grpSpPr>
          <a:xfrm>
            <a:off x="3590924" y="3248024"/>
            <a:ext cx="704850" cy="200025"/>
            <a:chOff x="3590924" y="3248024"/>
            <a:chExt cx="704850" cy="200025"/>
          </a:xfrm>
        </p:grpSpPr>
        <p:sp>
          <p:nvSpPr>
            <p:cNvPr id="246" name="object 246"/>
            <p:cNvSpPr/>
            <p:nvPr/>
          </p:nvSpPr>
          <p:spPr>
            <a:xfrm>
              <a:off x="3590924" y="3248024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3590924" y="3438524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8" name="object 248"/>
          <p:cNvSpPr txBox="1"/>
          <p:nvPr/>
        </p:nvSpPr>
        <p:spPr>
          <a:xfrm>
            <a:off x="3934073" y="32512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30.09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49" name="object 249"/>
          <p:cNvGrpSpPr/>
          <p:nvPr/>
        </p:nvGrpSpPr>
        <p:grpSpPr>
          <a:xfrm>
            <a:off x="4295774" y="3248024"/>
            <a:ext cx="971550" cy="200025"/>
            <a:chOff x="4295774" y="3248024"/>
            <a:chExt cx="971550" cy="200025"/>
          </a:xfrm>
        </p:grpSpPr>
        <p:sp>
          <p:nvSpPr>
            <p:cNvPr id="250" name="object 250"/>
            <p:cNvSpPr/>
            <p:nvPr/>
          </p:nvSpPr>
          <p:spPr>
            <a:xfrm>
              <a:off x="4295774" y="3248024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4295774" y="3438524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2" name="object 252"/>
          <p:cNvSpPr txBox="1"/>
          <p:nvPr/>
        </p:nvSpPr>
        <p:spPr>
          <a:xfrm>
            <a:off x="4837162" y="3251231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53" name="object 253"/>
          <p:cNvGrpSpPr/>
          <p:nvPr/>
        </p:nvGrpSpPr>
        <p:grpSpPr>
          <a:xfrm>
            <a:off x="5267324" y="3248024"/>
            <a:ext cx="1390650" cy="200025"/>
            <a:chOff x="5267324" y="3248024"/>
            <a:chExt cx="1390650" cy="200025"/>
          </a:xfrm>
        </p:grpSpPr>
        <p:sp>
          <p:nvSpPr>
            <p:cNvPr id="254" name="object 254"/>
            <p:cNvSpPr/>
            <p:nvPr/>
          </p:nvSpPr>
          <p:spPr>
            <a:xfrm>
              <a:off x="5267324" y="3248024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5267324" y="3438524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6" name="object 256"/>
          <p:cNvSpPr txBox="1"/>
          <p:nvPr/>
        </p:nvSpPr>
        <p:spPr>
          <a:xfrm>
            <a:off x="6529189" y="3251231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57" name="object 257"/>
          <p:cNvGrpSpPr/>
          <p:nvPr/>
        </p:nvGrpSpPr>
        <p:grpSpPr>
          <a:xfrm>
            <a:off x="6657974" y="3248024"/>
            <a:ext cx="1695450" cy="200025"/>
            <a:chOff x="6657974" y="3248024"/>
            <a:chExt cx="1695450" cy="200025"/>
          </a:xfrm>
        </p:grpSpPr>
        <p:sp>
          <p:nvSpPr>
            <p:cNvPr id="258" name="object 258"/>
            <p:cNvSpPr/>
            <p:nvPr/>
          </p:nvSpPr>
          <p:spPr>
            <a:xfrm>
              <a:off x="6657974" y="3248024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6657974" y="3438524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7429499" y="3248024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7429499" y="3438524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2" name="object 262"/>
          <p:cNvSpPr txBox="1"/>
          <p:nvPr/>
        </p:nvSpPr>
        <p:spPr>
          <a:xfrm>
            <a:off x="7300714" y="3251231"/>
            <a:ext cx="5943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47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Startup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63" name="object 263"/>
          <p:cNvGrpSpPr/>
          <p:nvPr/>
        </p:nvGrpSpPr>
        <p:grpSpPr>
          <a:xfrm>
            <a:off x="8353424" y="3248024"/>
            <a:ext cx="3400425" cy="200025"/>
            <a:chOff x="8353424" y="3248024"/>
            <a:chExt cx="3400425" cy="200025"/>
          </a:xfrm>
        </p:grpSpPr>
        <p:sp>
          <p:nvSpPr>
            <p:cNvPr id="264" name="object 264"/>
            <p:cNvSpPr/>
            <p:nvPr/>
          </p:nvSpPr>
          <p:spPr>
            <a:xfrm>
              <a:off x="8353424" y="3248024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8353424" y="3438524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10253662" y="3319462"/>
              <a:ext cx="43180" cy="47625"/>
            </a:xfrm>
            <a:custGeom>
              <a:avLst/>
              <a:gdLst/>
              <a:ahLst/>
              <a:cxnLst/>
              <a:rect l="l" t="t" r="r" b="b"/>
              <a:pathLst>
                <a:path w="43179" h="47625">
                  <a:moveTo>
                    <a:pt x="42862" y="9207"/>
                  </a:moveTo>
                  <a:lnTo>
                    <a:pt x="38417" y="4749"/>
                  </a:lnTo>
                  <a:lnTo>
                    <a:pt x="35839" y="3022"/>
                  </a:lnTo>
                  <a:lnTo>
                    <a:pt x="29997" y="609"/>
                  </a:lnTo>
                  <a:lnTo>
                    <a:pt x="26962" y="0"/>
                  </a:lnTo>
                  <a:lnTo>
                    <a:pt x="20650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50" y="47625"/>
                  </a:lnTo>
                  <a:lnTo>
                    <a:pt x="26962" y="47625"/>
                  </a:lnTo>
                  <a:lnTo>
                    <a:pt x="29997" y="47028"/>
                  </a:lnTo>
                  <a:lnTo>
                    <a:pt x="35839" y="44615"/>
                  </a:lnTo>
                  <a:lnTo>
                    <a:pt x="38417" y="42887"/>
                  </a:lnTo>
                  <a:lnTo>
                    <a:pt x="42862" y="38417"/>
                  </a:lnTo>
                  <a:lnTo>
                    <a:pt x="42862" y="9207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10344149" y="3248024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10344149" y="3438524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9" name="object 269"/>
          <p:cNvSpPr txBox="1"/>
          <p:nvPr/>
        </p:nvSpPr>
        <p:spPr>
          <a:xfrm>
            <a:off x="11392147" y="32512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90.33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70" name="object 270"/>
          <p:cNvGrpSpPr/>
          <p:nvPr/>
        </p:nvGrpSpPr>
        <p:grpSpPr>
          <a:xfrm>
            <a:off x="2219325" y="3248024"/>
            <a:ext cx="10067925" cy="400050"/>
            <a:chOff x="2219325" y="3248024"/>
            <a:chExt cx="10067925" cy="400050"/>
          </a:xfrm>
        </p:grpSpPr>
        <p:sp>
          <p:nvSpPr>
            <p:cNvPr id="271" name="object 271"/>
            <p:cNvSpPr/>
            <p:nvPr/>
          </p:nvSpPr>
          <p:spPr>
            <a:xfrm>
              <a:off x="11753848" y="3248024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11753850" y="3438524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2219325" y="344804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2219325" y="363854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5" name="object 275"/>
          <p:cNvSpPr txBox="1"/>
          <p:nvPr/>
        </p:nvSpPr>
        <p:spPr>
          <a:xfrm>
            <a:off x="2254250" y="3451256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STU00135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76" name="object 276"/>
          <p:cNvGrpSpPr/>
          <p:nvPr/>
        </p:nvGrpSpPr>
        <p:grpSpPr>
          <a:xfrm>
            <a:off x="2905124" y="3443287"/>
            <a:ext cx="685800" cy="209550"/>
            <a:chOff x="2905124" y="3443287"/>
            <a:chExt cx="685800" cy="209550"/>
          </a:xfrm>
        </p:grpSpPr>
        <p:sp>
          <p:nvSpPr>
            <p:cNvPr id="277" name="object 277"/>
            <p:cNvSpPr/>
            <p:nvPr/>
          </p:nvSpPr>
          <p:spPr>
            <a:xfrm>
              <a:off x="2905124" y="344804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2905124" y="363854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2952749" y="3457574"/>
              <a:ext cx="533400" cy="171450"/>
            </a:xfrm>
            <a:custGeom>
              <a:avLst/>
              <a:gdLst/>
              <a:ahLst/>
              <a:cxnLst/>
              <a:rect l="l" t="t" r="r" b="b"/>
              <a:pathLst>
                <a:path w="533400" h="171450">
                  <a:moveTo>
                    <a:pt x="533399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33399" y="0"/>
                  </a:lnTo>
                  <a:lnTo>
                    <a:pt x="533399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2957512" y="3448050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1" name="object 281"/>
          <p:cNvSpPr txBox="1"/>
          <p:nvPr/>
        </p:nvSpPr>
        <p:spPr>
          <a:xfrm>
            <a:off x="3229222" y="34512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30.05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82" name="object 282"/>
          <p:cNvGrpSpPr/>
          <p:nvPr/>
        </p:nvGrpSpPr>
        <p:grpSpPr>
          <a:xfrm>
            <a:off x="3590924" y="3448050"/>
            <a:ext cx="704850" cy="200025"/>
            <a:chOff x="3590924" y="3448050"/>
            <a:chExt cx="704850" cy="200025"/>
          </a:xfrm>
        </p:grpSpPr>
        <p:sp>
          <p:nvSpPr>
            <p:cNvPr id="283" name="object 283"/>
            <p:cNvSpPr/>
            <p:nvPr/>
          </p:nvSpPr>
          <p:spPr>
            <a:xfrm>
              <a:off x="3590924" y="3448050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3590924" y="3638549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5" name="object 285"/>
          <p:cNvSpPr txBox="1"/>
          <p:nvPr/>
        </p:nvSpPr>
        <p:spPr>
          <a:xfrm>
            <a:off x="3934073" y="34512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30.05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86" name="object 286"/>
          <p:cNvGrpSpPr/>
          <p:nvPr/>
        </p:nvGrpSpPr>
        <p:grpSpPr>
          <a:xfrm>
            <a:off x="4295774" y="3448050"/>
            <a:ext cx="971550" cy="200025"/>
            <a:chOff x="4295774" y="3448050"/>
            <a:chExt cx="971550" cy="200025"/>
          </a:xfrm>
        </p:grpSpPr>
        <p:sp>
          <p:nvSpPr>
            <p:cNvPr id="287" name="object 287"/>
            <p:cNvSpPr/>
            <p:nvPr/>
          </p:nvSpPr>
          <p:spPr>
            <a:xfrm>
              <a:off x="4295774" y="3448050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4295774" y="3638549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9" name="object 289"/>
          <p:cNvSpPr txBox="1"/>
          <p:nvPr/>
        </p:nvSpPr>
        <p:spPr>
          <a:xfrm>
            <a:off x="4837162" y="345125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90" name="object 290"/>
          <p:cNvGrpSpPr/>
          <p:nvPr/>
        </p:nvGrpSpPr>
        <p:grpSpPr>
          <a:xfrm>
            <a:off x="5267324" y="3448050"/>
            <a:ext cx="1390650" cy="200025"/>
            <a:chOff x="5267324" y="3448050"/>
            <a:chExt cx="1390650" cy="200025"/>
          </a:xfrm>
        </p:grpSpPr>
        <p:sp>
          <p:nvSpPr>
            <p:cNvPr id="291" name="object 291"/>
            <p:cNvSpPr/>
            <p:nvPr/>
          </p:nvSpPr>
          <p:spPr>
            <a:xfrm>
              <a:off x="5267324" y="3448050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5267324" y="3638549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3" name="object 293"/>
          <p:cNvSpPr txBox="1"/>
          <p:nvPr/>
        </p:nvSpPr>
        <p:spPr>
          <a:xfrm>
            <a:off x="6529189" y="3451256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94" name="object 294"/>
          <p:cNvGrpSpPr/>
          <p:nvPr/>
        </p:nvGrpSpPr>
        <p:grpSpPr>
          <a:xfrm>
            <a:off x="6657974" y="3448050"/>
            <a:ext cx="1695450" cy="200025"/>
            <a:chOff x="6657974" y="3448050"/>
            <a:chExt cx="1695450" cy="200025"/>
          </a:xfrm>
        </p:grpSpPr>
        <p:sp>
          <p:nvSpPr>
            <p:cNvPr id="295" name="object 295"/>
            <p:cNvSpPr/>
            <p:nvPr/>
          </p:nvSpPr>
          <p:spPr>
            <a:xfrm>
              <a:off x="6657974" y="3448050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6657974" y="3638549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7429499" y="3448050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7429499" y="3638549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9" name="object 299"/>
          <p:cNvSpPr txBox="1"/>
          <p:nvPr/>
        </p:nvSpPr>
        <p:spPr>
          <a:xfrm>
            <a:off x="7300714" y="3451256"/>
            <a:ext cx="5943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47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Startup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00" name="object 300"/>
          <p:cNvGrpSpPr/>
          <p:nvPr/>
        </p:nvGrpSpPr>
        <p:grpSpPr>
          <a:xfrm>
            <a:off x="8353424" y="3448050"/>
            <a:ext cx="3400425" cy="200025"/>
            <a:chOff x="8353424" y="3448050"/>
            <a:chExt cx="3400425" cy="200025"/>
          </a:xfrm>
        </p:grpSpPr>
        <p:sp>
          <p:nvSpPr>
            <p:cNvPr id="301" name="object 301"/>
            <p:cNvSpPr/>
            <p:nvPr/>
          </p:nvSpPr>
          <p:spPr>
            <a:xfrm>
              <a:off x="8353424" y="3448050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8353424" y="3638549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10253662" y="3519487"/>
              <a:ext cx="43180" cy="47625"/>
            </a:xfrm>
            <a:custGeom>
              <a:avLst/>
              <a:gdLst/>
              <a:ahLst/>
              <a:cxnLst/>
              <a:rect l="l" t="t" r="r" b="b"/>
              <a:pathLst>
                <a:path w="43179" h="47625">
                  <a:moveTo>
                    <a:pt x="42862" y="9207"/>
                  </a:moveTo>
                  <a:lnTo>
                    <a:pt x="38417" y="4749"/>
                  </a:lnTo>
                  <a:lnTo>
                    <a:pt x="35839" y="3022"/>
                  </a:lnTo>
                  <a:lnTo>
                    <a:pt x="29997" y="609"/>
                  </a:lnTo>
                  <a:lnTo>
                    <a:pt x="26962" y="0"/>
                  </a:lnTo>
                  <a:lnTo>
                    <a:pt x="20650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50" y="47625"/>
                  </a:lnTo>
                  <a:lnTo>
                    <a:pt x="26962" y="47625"/>
                  </a:lnTo>
                  <a:lnTo>
                    <a:pt x="29997" y="47028"/>
                  </a:lnTo>
                  <a:lnTo>
                    <a:pt x="35839" y="44615"/>
                  </a:lnTo>
                  <a:lnTo>
                    <a:pt x="38417" y="42887"/>
                  </a:lnTo>
                  <a:lnTo>
                    <a:pt x="42862" y="38417"/>
                  </a:lnTo>
                  <a:lnTo>
                    <a:pt x="42862" y="9207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10344149" y="3448050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10344149" y="3638549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6" name="object 306"/>
          <p:cNvSpPr txBox="1"/>
          <p:nvPr/>
        </p:nvSpPr>
        <p:spPr>
          <a:xfrm>
            <a:off x="11323686" y="345125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07" name="object 307"/>
          <p:cNvGrpSpPr/>
          <p:nvPr/>
        </p:nvGrpSpPr>
        <p:grpSpPr>
          <a:xfrm>
            <a:off x="2219325" y="3448049"/>
            <a:ext cx="10067925" cy="400050"/>
            <a:chOff x="2219325" y="3448049"/>
            <a:chExt cx="10067925" cy="400050"/>
          </a:xfrm>
        </p:grpSpPr>
        <p:sp>
          <p:nvSpPr>
            <p:cNvPr id="308" name="object 308"/>
            <p:cNvSpPr/>
            <p:nvPr/>
          </p:nvSpPr>
          <p:spPr>
            <a:xfrm>
              <a:off x="11753848" y="3448049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11753850" y="363854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2219325" y="364807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2219325" y="383857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2" name="object 312"/>
          <p:cNvSpPr txBox="1"/>
          <p:nvPr/>
        </p:nvSpPr>
        <p:spPr>
          <a:xfrm>
            <a:off x="2254250" y="3651281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STU01276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13" name="object 313"/>
          <p:cNvGrpSpPr/>
          <p:nvPr/>
        </p:nvGrpSpPr>
        <p:grpSpPr>
          <a:xfrm>
            <a:off x="2905124" y="3643312"/>
            <a:ext cx="685800" cy="209550"/>
            <a:chOff x="2905124" y="3643312"/>
            <a:chExt cx="685800" cy="209550"/>
          </a:xfrm>
        </p:grpSpPr>
        <p:sp>
          <p:nvSpPr>
            <p:cNvPr id="314" name="object 314"/>
            <p:cNvSpPr/>
            <p:nvPr/>
          </p:nvSpPr>
          <p:spPr>
            <a:xfrm>
              <a:off x="2905124" y="364807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2905124" y="383857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2952749" y="3657599"/>
              <a:ext cx="523875" cy="171450"/>
            </a:xfrm>
            <a:custGeom>
              <a:avLst/>
              <a:gdLst/>
              <a:ahLst/>
              <a:cxnLst/>
              <a:rect l="l" t="t" r="r" b="b"/>
              <a:pathLst>
                <a:path w="523875" h="171450">
                  <a:moveTo>
                    <a:pt x="52387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23874" y="0"/>
                  </a:lnTo>
                  <a:lnTo>
                    <a:pt x="523874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2957512" y="3648075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8" name="object 318"/>
          <p:cNvSpPr txBox="1"/>
          <p:nvPr/>
        </p:nvSpPr>
        <p:spPr>
          <a:xfrm>
            <a:off x="3229222" y="36512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29.73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19" name="object 319"/>
          <p:cNvGrpSpPr/>
          <p:nvPr/>
        </p:nvGrpSpPr>
        <p:grpSpPr>
          <a:xfrm>
            <a:off x="3590924" y="3648074"/>
            <a:ext cx="704850" cy="200025"/>
            <a:chOff x="3590924" y="3648074"/>
            <a:chExt cx="704850" cy="200025"/>
          </a:xfrm>
        </p:grpSpPr>
        <p:sp>
          <p:nvSpPr>
            <p:cNvPr id="320" name="object 320"/>
            <p:cNvSpPr/>
            <p:nvPr/>
          </p:nvSpPr>
          <p:spPr>
            <a:xfrm>
              <a:off x="3590924" y="3648074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3590924" y="3838574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2" name="object 322"/>
          <p:cNvSpPr txBox="1"/>
          <p:nvPr/>
        </p:nvSpPr>
        <p:spPr>
          <a:xfrm>
            <a:off x="3934073" y="36512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29.73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23" name="object 323"/>
          <p:cNvGrpSpPr/>
          <p:nvPr/>
        </p:nvGrpSpPr>
        <p:grpSpPr>
          <a:xfrm>
            <a:off x="4295774" y="3648074"/>
            <a:ext cx="971550" cy="200025"/>
            <a:chOff x="4295774" y="3648074"/>
            <a:chExt cx="971550" cy="200025"/>
          </a:xfrm>
        </p:grpSpPr>
        <p:sp>
          <p:nvSpPr>
            <p:cNvPr id="324" name="object 324"/>
            <p:cNvSpPr/>
            <p:nvPr/>
          </p:nvSpPr>
          <p:spPr>
            <a:xfrm>
              <a:off x="4295774" y="3648074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4295774" y="3838574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6" name="object 326"/>
          <p:cNvSpPr txBox="1"/>
          <p:nvPr/>
        </p:nvSpPr>
        <p:spPr>
          <a:xfrm>
            <a:off x="4837162" y="3651281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27" name="object 327"/>
          <p:cNvGrpSpPr/>
          <p:nvPr/>
        </p:nvGrpSpPr>
        <p:grpSpPr>
          <a:xfrm>
            <a:off x="5267324" y="3648074"/>
            <a:ext cx="1390650" cy="200025"/>
            <a:chOff x="5267324" y="3648074"/>
            <a:chExt cx="1390650" cy="200025"/>
          </a:xfrm>
        </p:grpSpPr>
        <p:sp>
          <p:nvSpPr>
            <p:cNvPr id="328" name="object 328"/>
            <p:cNvSpPr/>
            <p:nvPr/>
          </p:nvSpPr>
          <p:spPr>
            <a:xfrm>
              <a:off x="5267324" y="3648074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5267324" y="3838574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0" name="object 330"/>
          <p:cNvSpPr txBox="1"/>
          <p:nvPr/>
        </p:nvSpPr>
        <p:spPr>
          <a:xfrm>
            <a:off x="6529189" y="3651281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6657974" y="3648074"/>
            <a:ext cx="1695450" cy="200025"/>
            <a:chOff x="6657974" y="3648074"/>
            <a:chExt cx="1695450" cy="200025"/>
          </a:xfrm>
        </p:grpSpPr>
        <p:sp>
          <p:nvSpPr>
            <p:cNvPr id="332" name="object 332"/>
            <p:cNvSpPr/>
            <p:nvPr/>
          </p:nvSpPr>
          <p:spPr>
            <a:xfrm>
              <a:off x="6657974" y="3648074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6657974" y="3838574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7429499" y="3648074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7429499" y="3838574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6" name="object 336"/>
          <p:cNvSpPr txBox="1"/>
          <p:nvPr/>
        </p:nvSpPr>
        <p:spPr>
          <a:xfrm>
            <a:off x="7300714" y="3651281"/>
            <a:ext cx="10102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125" dirty="0">
                <a:solidFill>
                  <a:srgbClr val="252423"/>
                </a:solidFill>
                <a:latin typeface="Segoe UI"/>
                <a:cs typeface="Segoe UI"/>
              </a:rPr>
              <a:t> 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Product-Based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37" name="object 337"/>
          <p:cNvGrpSpPr/>
          <p:nvPr/>
        </p:nvGrpSpPr>
        <p:grpSpPr>
          <a:xfrm>
            <a:off x="8353424" y="3648074"/>
            <a:ext cx="3400425" cy="200025"/>
            <a:chOff x="8353424" y="3648074"/>
            <a:chExt cx="3400425" cy="200025"/>
          </a:xfrm>
        </p:grpSpPr>
        <p:sp>
          <p:nvSpPr>
            <p:cNvPr id="338" name="object 338"/>
            <p:cNvSpPr/>
            <p:nvPr/>
          </p:nvSpPr>
          <p:spPr>
            <a:xfrm>
              <a:off x="8353424" y="3648074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8353424" y="3838574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9015400" y="371951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381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10344149" y="3648074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10344149" y="3838574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3" name="object 343"/>
          <p:cNvSpPr txBox="1"/>
          <p:nvPr/>
        </p:nvSpPr>
        <p:spPr>
          <a:xfrm>
            <a:off x="11392147" y="36512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91.00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44" name="object 344"/>
          <p:cNvGrpSpPr/>
          <p:nvPr/>
        </p:nvGrpSpPr>
        <p:grpSpPr>
          <a:xfrm>
            <a:off x="2219325" y="3648074"/>
            <a:ext cx="10067925" cy="400050"/>
            <a:chOff x="2219325" y="3648074"/>
            <a:chExt cx="10067925" cy="400050"/>
          </a:xfrm>
        </p:grpSpPr>
        <p:sp>
          <p:nvSpPr>
            <p:cNvPr id="345" name="object 345"/>
            <p:cNvSpPr/>
            <p:nvPr/>
          </p:nvSpPr>
          <p:spPr>
            <a:xfrm>
              <a:off x="11753848" y="3648074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11753850" y="3838574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2219325" y="384809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2219325" y="403859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9" name="object 349"/>
          <p:cNvSpPr txBox="1"/>
          <p:nvPr/>
        </p:nvSpPr>
        <p:spPr>
          <a:xfrm>
            <a:off x="2254250" y="3851306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STU01646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50" name="object 350"/>
          <p:cNvGrpSpPr/>
          <p:nvPr/>
        </p:nvGrpSpPr>
        <p:grpSpPr>
          <a:xfrm>
            <a:off x="2905124" y="3843337"/>
            <a:ext cx="685800" cy="209550"/>
            <a:chOff x="2905124" y="3843337"/>
            <a:chExt cx="685800" cy="209550"/>
          </a:xfrm>
        </p:grpSpPr>
        <p:sp>
          <p:nvSpPr>
            <p:cNvPr id="351" name="object 351"/>
            <p:cNvSpPr/>
            <p:nvPr/>
          </p:nvSpPr>
          <p:spPr>
            <a:xfrm>
              <a:off x="2905124" y="384809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2905124" y="403859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2952749" y="3857624"/>
              <a:ext cx="523875" cy="171450"/>
            </a:xfrm>
            <a:custGeom>
              <a:avLst/>
              <a:gdLst/>
              <a:ahLst/>
              <a:cxnLst/>
              <a:rect l="l" t="t" r="r" b="b"/>
              <a:pathLst>
                <a:path w="523875" h="171450">
                  <a:moveTo>
                    <a:pt x="52387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23874" y="0"/>
                  </a:lnTo>
                  <a:lnTo>
                    <a:pt x="523874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2957512" y="3848100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5" name="object 355"/>
          <p:cNvSpPr txBox="1"/>
          <p:nvPr/>
        </p:nvSpPr>
        <p:spPr>
          <a:xfrm>
            <a:off x="3229222" y="38513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29.71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56" name="object 356"/>
          <p:cNvGrpSpPr/>
          <p:nvPr/>
        </p:nvGrpSpPr>
        <p:grpSpPr>
          <a:xfrm>
            <a:off x="3590924" y="3848099"/>
            <a:ext cx="704850" cy="200025"/>
            <a:chOff x="3590924" y="3848099"/>
            <a:chExt cx="704850" cy="200025"/>
          </a:xfrm>
        </p:grpSpPr>
        <p:sp>
          <p:nvSpPr>
            <p:cNvPr id="357" name="object 357"/>
            <p:cNvSpPr/>
            <p:nvPr/>
          </p:nvSpPr>
          <p:spPr>
            <a:xfrm>
              <a:off x="3590924" y="3848099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3590924" y="4038599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9" name="object 359"/>
          <p:cNvSpPr txBox="1"/>
          <p:nvPr/>
        </p:nvSpPr>
        <p:spPr>
          <a:xfrm>
            <a:off x="3934073" y="38513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29.71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60" name="object 360"/>
          <p:cNvGrpSpPr/>
          <p:nvPr/>
        </p:nvGrpSpPr>
        <p:grpSpPr>
          <a:xfrm>
            <a:off x="4295774" y="3848099"/>
            <a:ext cx="971550" cy="200025"/>
            <a:chOff x="4295774" y="3848099"/>
            <a:chExt cx="971550" cy="200025"/>
          </a:xfrm>
        </p:grpSpPr>
        <p:sp>
          <p:nvSpPr>
            <p:cNvPr id="361" name="object 361"/>
            <p:cNvSpPr/>
            <p:nvPr/>
          </p:nvSpPr>
          <p:spPr>
            <a:xfrm>
              <a:off x="4295774" y="3848099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4295774" y="4038599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3" name="object 363"/>
          <p:cNvSpPr txBox="1"/>
          <p:nvPr/>
        </p:nvSpPr>
        <p:spPr>
          <a:xfrm>
            <a:off x="4837162" y="385130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64" name="object 364"/>
          <p:cNvGrpSpPr/>
          <p:nvPr/>
        </p:nvGrpSpPr>
        <p:grpSpPr>
          <a:xfrm>
            <a:off x="5267324" y="3848099"/>
            <a:ext cx="1390650" cy="200025"/>
            <a:chOff x="5267324" y="3848099"/>
            <a:chExt cx="1390650" cy="200025"/>
          </a:xfrm>
        </p:grpSpPr>
        <p:sp>
          <p:nvSpPr>
            <p:cNvPr id="365" name="object 365"/>
            <p:cNvSpPr/>
            <p:nvPr/>
          </p:nvSpPr>
          <p:spPr>
            <a:xfrm>
              <a:off x="5267324" y="3848099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5267324" y="4038599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7" name="object 367"/>
          <p:cNvSpPr txBox="1"/>
          <p:nvPr/>
        </p:nvSpPr>
        <p:spPr>
          <a:xfrm>
            <a:off x="6529189" y="3851306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68" name="object 368"/>
          <p:cNvGrpSpPr/>
          <p:nvPr/>
        </p:nvGrpSpPr>
        <p:grpSpPr>
          <a:xfrm>
            <a:off x="6657974" y="3848099"/>
            <a:ext cx="1695450" cy="200025"/>
            <a:chOff x="6657974" y="3848099"/>
            <a:chExt cx="1695450" cy="200025"/>
          </a:xfrm>
        </p:grpSpPr>
        <p:sp>
          <p:nvSpPr>
            <p:cNvPr id="369" name="object 369"/>
            <p:cNvSpPr/>
            <p:nvPr/>
          </p:nvSpPr>
          <p:spPr>
            <a:xfrm>
              <a:off x="6657974" y="3848099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6657974" y="4038599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7429499" y="3848099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7429499" y="4038599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3" name="object 373"/>
          <p:cNvSpPr txBox="1"/>
          <p:nvPr/>
        </p:nvSpPr>
        <p:spPr>
          <a:xfrm>
            <a:off x="7300714" y="3851306"/>
            <a:ext cx="9671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120" dirty="0">
                <a:solidFill>
                  <a:srgbClr val="252423"/>
                </a:solidFill>
                <a:latin typeface="Segoe UI"/>
                <a:cs typeface="Segoe UI"/>
              </a:rPr>
              <a:t> 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Service-Based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74" name="object 374"/>
          <p:cNvGrpSpPr/>
          <p:nvPr/>
        </p:nvGrpSpPr>
        <p:grpSpPr>
          <a:xfrm>
            <a:off x="8353424" y="3848099"/>
            <a:ext cx="3400425" cy="200025"/>
            <a:chOff x="8353424" y="3848099"/>
            <a:chExt cx="3400425" cy="200025"/>
          </a:xfrm>
        </p:grpSpPr>
        <p:sp>
          <p:nvSpPr>
            <p:cNvPr id="375" name="object 375"/>
            <p:cNvSpPr/>
            <p:nvPr/>
          </p:nvSpPr>
          <p:spPr>
            <a:xfrm>
              <a:off x="8353424" y="3848099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8353424" y="4038599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9634525" y="39195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381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10344149" y="3848099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10344149" y="4038599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0" name="object 380"/>
          <p:cNvSpPr txBox="1"/>
          <p:nvPr/>
        </p:nvSpPr>
        <p:spPr>
          <a:xfrm>
            <a:off x="11392147" y="38513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89.33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81" name="object 381"/>
          <p:cNvGrpSpPr/>
          <p:nvPr/>
        </p:nvGrpSpPr>
        <p:grpSpPr>
          <a:xfrm>
            <a:off x="2219325" y="3848099"/>
            <a:ext cx="10067925" cy="400050"/>
            <a:chOff x="2219325" y="3848099"/>
            <a:chExt cx="10067925" cy="400050"/>
          </a:xfrm>
        </p:grpSpPr>
        <p:sp>
          <p:nvSpPr>
            <p:cNvPr id="382" name="object 382"/>
            <p:cNvSpPr/>
            <p:nvPr/>
          </p:nvSpPr>
          <p:spPr>
            <a:xfrm>
              <a:off x="11753848" y="3848099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11753850" y="403859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2219325" y="404812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2219325" y="423862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6" name="object 386"/>
          <p:cNvSpPr txBox="1"/>
          <p:nvPr/>
        </p:nvSpPr>
        <p:spPr>
          <a:xfrm>
            <a:off x="2254250" y="4051331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STU00303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87" name="object 387"/>
          <p:cNvGrpSpPr/>
          <p:nvPr/>
        </p:nvGrpSpPr>
        <p:grpSpPr>
          <a:xfrm>
            <a:off x="2905124" y="4043362"/>
            <a:ext cx="685800" cy="209550"/>
            <a:chOff x="2905124" y="4043362"/>
            <a:chExt cx="685800" cy="209550"/>
          </a:xfrm>
        </p:grpSpPr>
        <p:sp>
          <p:nvSpPr>
            <p:cNvPr id="388" name="object 388"/>
            <p:cNvSpPr/>
            <p:nvPr/>
          </p:nvSpPr>
          <p:spPr>
            <a:xfrm>
              <a:off x="2905124" y="404812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2905124" y="423862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2952749" y="4057649"/>
              <a:ext cx="523875" cy="171450"/>
            </a:xfrm>
            <a:custGeom>
              <a:avLst/>
              <a:gdLst/>
              <a:ahLst/>
              <a:cxnLst/>
              <a:rect l="l" t="t" r="r" b="b"/>
              <a:pathLst>
                <a:path w="523875" h="171450">
                  <a:moveTo>
                    <a:pt x="52387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23874" y="0"/>
                  </a:lnTo>
                  <a:lnTo>
                    <a:pt x="523874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2957512" y="4048125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2" name="object 392"/>
          <p:cNvSpPr txBox="1"/>
          <p:nvPr/>
        </p:nvSpPr>
        <p:spPr>
          <a:xfrm>
            <a:off x="3229222" y="40513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29.57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93" name="object 393"/>
          <p:cNvGrpSpPr/>
          <p:nvPr/>
        </p:nvGrpSpPr>
        <p:grpSpPr>
          <a:xfrm>
            <a:off x="3590924" y="4048124"/>
            <a:ext cx="704850" cy="200025"/>
            <a:chOff x="3590924" y="4048124"/>
            <a:chExt cx="704850" cy="200025"/>
          </a:xfrm>
        </p:grpSpPr>
        <p:sp>
          <p:nvSpPr>
            <p:cNvPr id="394" name="object 394"/>
            <p:cNvSpPr/>
            <p:nvPr/>
          </p:nvSpPr>
          <p:spPr>
            <a:xfrm>
              <a:off x="3590924" y="4048124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3590924" y="4238624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6" name="object 396"/>
          <p:cNvSpPr txBox="1"/>
          <p:nvPr/>
        </p:nvSpPr>
        <p:spPr>
          <a:xfrm>
            <a:off x="3934073" y="40513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29.57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397" name="object 397"/>
          <p:cNvGrpSpPr/>
          <p:nvPr/>
        </p:nvGrpSpPr>
        <p:grpSpPr>
          <a:xfrm>
            <a:off x="4295774" y="4048124"/>
            <a:ext cx="971550" cy="200025"/>
            <a:chOff x="4295774" y="4048124"/>
            <a:chExt cx="971550" cy="200025"/>
          </a:xfrm>
        </p:grpSpPr>
        <p:sp>
          <p:nvSpPr>
            <p:cNvPr id="398" name="object 398"/>
            <p:cNvSpPr/>
            <p:nvPr/>
          </p:nvSpPr>
          <p:spPr>
            <a:xfrm>
              <a:off x="4295774" y="4048124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4295774" y="4238624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0" name="object 400"/>
          <p:cNvSpPr txBox="1"/>
          <p:nvPr/>
        </p:nvSpPr>
        <p:spPr>
          <a:xfrm>
            <a:off x="4837162" y="4051331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01" name="object 401"/>
          <p:cNvGrpSpPr/>
          <p:nvPr/>
        </p:nvGrpSpPr>
        <p:grpSpPr>
          <a:xfrm>
            <a:off x="5267324" y="4048124"/>
            <a:ext cx="1390650" cy="200025"/>
            <a:chOff x="5267324" y="4048124"/>
            <a:chExt cx="1390650" cy="200025"/>
          </a:xfrm>
        </p:grpSpPr>
        <p:sp>
          <p:nvSpPr>
            <p:cNvPr id="402" name="object 402"/>
            <p:cNvSpPr/>
            <p:nvPr/>
          </p:nvSpPr>
          <p:spPr>
            <a:xfrm>
              <a:off x="5267324" y="4048124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5267324" y="4238624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4" name="object 404"/>
          <p:cNvSpPr txBox="1"/>
          <p:nvPr/>
        </p:nvSpPr>
        <p:spPr>
          <a:xfrm>
            <a:off x="6529189" y="4051331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05" name="object 405"/>
          <p:cNvGrpSpPr/>
          <p:nvPr/>
        </p:nvGrpSpPr>
        <p:grpSpPr>
          <a:xfrm>
            <a:off x="6657974" y="4048124"/>
            <a:ext cx="1695450" cy="200025"/>
            <a:chOff x="6657974" y="4048124"/>
            <a:chExt cx="1695450" cy="200025"/>
          </a:xfrm>
        </p:grpSpPr>
        <p:sp>
          <p:nvSpPr>
            <p:cNvPr id="406" name="object 406"/>
            <p:cNvSpPr/>
            <p:nvPr/>
          </p:nvSpPr>
          <p:spPr>
            <a:xfrm>
              <a:off x="6657974" y="4048124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6657974" y="4238624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7429499" y="4048124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7429499" y="4238624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0" name="object 410"/>
          <p:cNvSpPr txBox="1"/>
          <p:nvPr/>
        </p:nvSpPr>
        <p:spPr>
          <a:xfrm>
            <a:off x="7300714" y="4051331"/>
            <a:ext cx="47688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47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MNC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11" name="object 411"/>
          <p:cNvGrpSpPr/>
          <p:nvPr/>
        </p:nvGrpSpPr>
        <p:grpSpPr>
          <a:xfrm>
            <a:off x="8353424" y="4048124"/>
            <a:ext cx="3400425" cy="200025"/>
            <a:chOff x="8353424" y="4048124"/>
            <a:chExt cx="3400425" cy="200025"/>
          </a:xfrm>
        </p:grpSpPr>
        <p:sp>
          <p:nvSpPr>
            <p:cNvPr id="412" name="object 412"/>
            <p:cNvSpPr/>
            <p:nvPr/>
          </p:nvSpPr>
          <p:spPr>
            <a:xfrm>
              <a:off x="8353424" y="4048124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8353424" y="4238624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8401037" y="4119562"/>
              <a:ext cx="43180" cy="47625"/>
            </a:xfrm>
            <a:custGeom>
              <a:avLst/>
              <a:gdLst/>
              <a:ahLst/>
              <a:cxnLst/>
              <a:rect l="l" t="t" r="r" b="b"/>
              <a:pathLst>
                <a:path w="43179" h="47625">
                  <a:moveTo>
                    <a:pt x="42862" y="20662"/>
                  </a:moveTo>
                  <a:lnTo>
                    <a:pt x="22212" y="0"/>
                  </a:lnTo>
                  <a:lnTo>
                    <a:pt x="15900" y="0"/>
                  </a:lnTo>
                  <a:lnTo>
                    <a:pt x="12865" y="609"/>
                  </a:lnTo>
                  <a:lnTo>
                    <a:pt x="7023" y="3022"/>
                  </a:lnTo>
                  <a:lnTo>
                    <a:pt x="4445" y="4749"/>
                  </a:lnTo>
                  <a:lnTo>
                    <a:pt x="0" y="9207"/>
                  </a:lnTo>
                  <a:lnTo>
                    <a:pt x="0" y="38430"/>
                  </a:lnTo>
                  <a:lnTo>
                    <a:pt x="4445" y="42887"/>
                  </a:lnTo>
                  <a:lnTo>
                    <a:pt x="7023" y="44615"/>
                  </a:lnTo>
                  <a:lnTo>
                    <a:pt x="12865" y="47028"/>
                  </a:lnTo>
                  <a:lnTo>
                    <a:pt x="15900" y="47625"/>
                  </a:lnTo>
                  <a:lnTo>
                    <a:pt x="22212" y="47625"/>
                  </a:lnTo>
                  <a:lnTo>
                    <a:pt x="42862" y="26974"/>
                  </a:lnTo>
                  <a:lnTo>
                    <a:pt x="42862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10344149" y="4048124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10344149" y="4238624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7" name="object 417"/>
          <p:cNvSpPr txBox="1"/>
          <p:nvPr/>
        </p:nvSpPr>
        <p:spPr>
          <a:xfrm>
            <a:off x="11392147" y="40513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99.00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18" name="object 418"/>
          <p:cNvGrpSpPr/>
          <p:nvPr/>
        </p:nvGrpSpPr>
        <p:grpSpPr>
          <a:xfrm>
            <a:off x="2219325" y="4048124"/>
            <a:ext cx="10067925" cy="400050"/>
            <a:chOff x="2219325" y="4048124"/>
            <a:chExt cx="10067925" cy="400050"/>
          </a:xfrm>
        </p:grpSpPr>
        <p:sp>
          <p:nvSpPr>
            <p:cNvPr id="419" name="object 419"/>
            <p:cNvSpPr/>
            <p:nvPr/>
          </p:nvSpPr>
          <p:spPr>
            <a:xfrm>
              <a:off x="11753848" y="4048124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11753850" y="4238624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2219325" y="424814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2219325" y="443864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3" name="object 423"/>
          <p:cNvSpPr txBox="1"/>
          <p:nvPr/>
        </p:nvSpPr>
        <p:spPr>
          <a:xfrm>
            <a:off x="2254250" y="4251356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STU01529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24" name="object 424"/>
          <p:cNvGrpSpPr/>
          <p:nvPr/>
        </p:nvGrpSpPr>
        <p:grpSpPr>
          <a:xfrm>
            <a:off x="2905124" y="4243387"/>
            <a:ext cx="685800" cy="209550"/>
            <a:chOff x="2905124" y="4243387"/>
            <a:chExt cx="685800" cy="209550"/>
          </a:xfrm>
        </p:grpSpPr>
        <p:sp>
          <p:nvSpPr>
            <p:cNvPr id="425" name="object 425"/>
            <p:cNvSpPr/>
            <p:nvPr/>
          </p:nvSpPr>
          <p:spPr>
            <a:xfrm>
              <a:off x="2905124" y="424814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2905124" y="443864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2952749" y="4257674"/>
              <a:ext cx="514350" cy="171450"/>
            </a:xfrm>
            <a:custGeom>
              <a:avLst/>
              <a:gdLst/>
              <a:ahLst/>
              <a:cxnLst/>
              <a:rect l="l" t="t" r="r" b="b"/>
              <a:pathLst>
                <a:path w="514350" h="171450">
                  <a:moveTo>
                    <a:pt x="514349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2957512" y="4248150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9" name="object 429"/>
          <p:cNvSpPr txBox="1"/>
          <p:nvPr/>
        </p:nvSpPr>
        <p:spPr>
          <a:xfrm>
            <a:off x="3229222" y="42513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29.37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30" name="object 430"/>
          <p:cNvGrpSpPr/>
          <p:nvPr/>
        </p:nvGrpSpPr>
        <p:grpSpPr>
          <a:xfrm>
            <a:off x="3590924" y="4248149"/>
            <a:ext cx="704850" cy="200025"/>
            <a:chOff x="3590924" y="4248149"/>
            <a:chExt cx="704850" cy="200025"/>
          </a:xfrm>
        </p:grpSpPr>
        <p:sp>
          <p:nvSpPr>
            <p:cNvPr id="431" name="object 431"/>
            <p:cNvSpPr/>
            <p:nvPr/>
          </p:nvSpPr>
          <p:spPr>
            <a:xfrm>
              <a:off x="3590924" y="4248149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3590924" y="4438649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3" name="object 433"/>
          <p:cNvSpPr txBox="1"/>
          <p:nvPr/>
        </p:nvSpPr>
        <p:spPr>
          <a:xfrm>
            <a:off x="3934073" y="42513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29.37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34" name="object 434"/>
          <p:cNvGrpSpPr/>
          <p:nvPr/>
        </p:nvGrpSpPr>
        <p:grpSpPr>
          <a:xfrm>
            <a:off x="4295774" y="4248149"/>
            <a:ext cx="971550" cy="200025"/>
            <a:chOff x="4295774" y="4248149"/>
            <a:chExt cx="971550" cy="200025"/>
          </a:xfrm>
        </p:grpSpPr>
        <p:sp>
          <p:nvSpPr>
            <p:cNvPr id="435" name="object 435"/>
            <p:cNvSpPr/>
            <p:nvPr/>
          </p:nvSpPr>
          <p:spPr>
            <a:xfrm>
              <a:off x="4295774" y="4248149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4295774" y="4438649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7" name="object 437"/>
          <p:cNvSpPr txBox="1"/>
          <p:nvPr/>
        </p:nvSpPr>
        <p:spPr>
          <a:xfrm>
            <a:off x="4837162" y="425135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38" name="object 438"/>
          <p:cNvGrpSpPr/>
          <p:nvPr/>
        </p:nvGrpSpPr>
        <p:grpSpPr>
          <a:xfrm>
            <a:off x="5267324" y="4248149"/>
            <a:ext cx="1390650" cy="200025"/>
            <a:chOff x="5267324" y="4248149"/>
            <a:chExt cx="1390650" cy="200025"/>
          </a:xfrm>
        </p:grpSpPr>
        <p:sp>
          <p:nvSpPr>
            <p:cNvPr id="439" name="object 439"/>
            <p:cNvSpPr/>
            <p:nvPr/>
          </p:nvSpPr>
          <p:spPr>
            <a:xfrm>
              <a:off x="5267324" y="4248149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5267324" y="4438649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1" name="object 441"/>
          <p:cNvSpPr txBox="1"/>
          <p:nvPr/>
        </p:nvSpPr>
        <p:spPr>
          <a:xfrm>
            <a:off x="6529189" y="4251356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42" name="object 442"/>
          <p:cNvGrpSpPr/>
          <p:nvPr/>
        </p:nvGrpSpPr>
        <p:grpSpPr>
          <a:xfrm>
            <a:off x="6657974" y="4248149"/>
            <a:ext cx="1695450" cy="200025"/>
            <a:chOff x="6657974" y="4248149"/>
            <a:chExt cx="1695450" cy="200025"/>
          </a:xfrm>
        </p:grpSpPr>
        <p:sp>
          <p:nvSpPr>
            <p:cNvPr id="443" name="object 443"/>
            <p:cNvSpPr/>
            <p:nvPr/>
          </p:nvSpPr>
          <p:spPr>
            <a:xfrm>
              <a:off x="6657974" y="4248149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6657974" y="4438649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7429499" y="4248149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7429499" y="4438649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7" name="object 447"/>
          <p:cNvSpPr txBox="1"/>
          <p:nvPr/>
        </p:nvSpPr>
        <p:spPr>
          <a:xfrm>
            <a:off x="7300714" y="4251356"/>
            <a:ext cx="10102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125" dirty="0">
                <a:solidFill>
                  <a:srgbClr val="252423"/>
                </a:solidFill>
                <a:latin typeface="Segoe UI"/>
                <a:cs typeface="Segoe UI"/>
              </a:rPr>
              <a:t> 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Product-Based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48" name="object 448"/>
          <p:cNvGrpSpPr/>
          <p:nvPr/>
        </p:nvGrpSpPr>
        <p:grpSpPr>
          <a:xfrm>
            <a:off x="8353424" y="4248149"/>
            <a:ext cx="3400425" cy="200025"/>
            <a:chOff x="8353424" y="4248149"/>
            <a:chExt cx="3400425" cy="200025"/>
          </a:xfrm>
        </p:grpSpPr>
        <p:sp>
          <p:nvSpPr>
            <p:cNvPr id="449" name="object 449"/>
            <p:cNvSpPr/>
            <p:nvPr/>
          </p:nvSpPr>
          <p:spPr>
            <a:xfrm>
              <a:off x="8353424" y="4248149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8353424" y="4438649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9015400" y="431958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381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10344149" y="4248149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10344149" y="4438649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4" name="object 454"/>
          <p:cNvSpPr txBox="1"/>
          <p:nvPr/>
        </p:nvSpPr>
        <p:spPr>
          <a:xfrm>
            <a:off x="11392147" y="42513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98.00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55" name="object 455"/>
          <p:cNvGrpSpPr/>
          <p:nvPr/>
        </p:nvGrpSpPr>
        <p:grpSpPr>
          <a:xfrm>
            <a:off x="2219325" y="4248149"/>
            <a:ext cx="10067925" cy="400050"/>
            <a:chOff x="2219325" y="4248149"/>
            <a:chExt cx="10067925" cy="400050"/>
          </a:xfrm>
        </p:grpSpPr>
        <p:sp>
          <p:nvSpPr>
            <p:cNvPr id="456" name="object 456"/>
            <p:cNvSpPr/>
            <p:nvPr/>
          </p:nvSpPr>
          <p:spPr>
            <a:xfrm>
              <a:off x="11753848" y="4248149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11753850" y="443864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2219325" y="444817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2219325" y="463867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0" name="object 460"/>
          <p:cNvSpPr txBox="1"/>
          <p:nvPr/>
        </p:nvSpPr>
        <p:spPr>
          <a:xfrm>
            <a:off x="2254250" y="4451381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STU01345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61" name="object 461"/>
          <p:cNvGrpSpPr/>
          <p:nvPr/>
        </p:nvGrpSpPr>
        <p:grpSpPr>
          <a:xfrm>
            <a:off x="2905124" y="4443412"/>
            <a:ext cx="685800" cy="209550"/>
            <a:chOff x="2905124" y="4443412"/>
            <a:chExt cx="685800" cy="209550"/>
          </a:xfrm>
        </p:grpSpPr>
        <p:sp>
          <p:nvSpPr>
            <p:cNvPr id="462" name="object 462"/>
            <p:cNvSpPr/>
            <p:nvPr/>
          </p:nvSpPr>
          <p:spPr>
            <a:xfrm>
              <a:off x="2905124" y="444817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2905124" y="463867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2952749" y="4457699"/>
              <a:ext cx="514350" cy="171450"/>
            </a:xfrm>
            <a:custGeom>
              <a:avLst/>
              <a:gdLst/>
              <a:ahLst/>
              <a:cxnLst/>
              <a:rect l="l" t="t" r="r" b="b"/>
              <a:pathLst>
                <a:path w="514350" h="171450">
                  <a:moveTo>
                    <a:pt x="514349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2957512" y="4448175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6" name="object 466"/>
          <p:cNvSpPr txBox="1"/>
          <p:nvPr/>
        </p:nvSpPr>
        <p:spPr>
          <a:xfrm>
            <a:off x="3229222" y="44513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29.05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67" name="object 467"/>
          <p:cNvGrpSpPr/>
          <p:nvPr/>
        </p:nvGrpSpPr>
        <p:grpSpPr>
          <a:xfrm>
            <a:off x="3590924" y="4448174"/>
            <a:ext cx="704850" cy="200025"/>
            <a:chOff x="3590924" y="4448174"/>
            <a:chExt cx="704850" cy="200025"/>
          </a:xfrm>
        </p:grpSpPr>
        <p:sp>
          <p:nvSpPr>
            <p:cNvPr id="468" name="object 468"/>
            <p:cNvSpPr/>
            <p:nvPr/>
          </p:nvSpPr>
          <p:spPr>
            <a:xfrm>
              <a:off x="3590924" y="4448174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3590924" y="4638674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0" name="object 470"/>
          <p:cNvSpPr txBox="1"/>
          <p:nvPr/>
        </p:nvSpPr>
        <p:spPr>
          <a:xfrm>
            <a:off x="3934073" y="44513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29.05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71" name="object 471"/>
          <p:cNvGrpSpPr/>
          <p:nvPr/>
        </p:nvGrpSpPr>
        <p:grpSpPr>
          <a:xfrm>
            <a:off x="4295774" y="4448174"/>
            <a:ext cx="971550" cy="200025"/>
            <a:chOff x="4295774" y="4448174"/>
            <a:chExt cx="971550" cy="200025"/>
          </a:xfrm>
        </p:grpSpPr>
        <p:sp>
          <p:nvSpPr>
            <p:cNvPr id="472" name="object 472"/>
            <p:cNvSpPr/>
            <p:nvPr/>
          </p:nvSpPr>
          <p:spPr>
            <a:xfrm>
              <a:off x="4295774" y="4448174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4295774" y="4638674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4" name="object 474"/>
          <p:cNvSpPr txBox="1"/>
          <p:nvPr/>
        </p:nvSpPr>
        <p:spPr>
          <a:xfrm>
            <a:off x="4837162" y="4451381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75" name="object 475"/>
          <p:cNvGrpSpPr/>
          <p:nvPr/>
        </p:nvGrpSpPr>
        <p:grpSpPr>
          <a:xfrm>
            <a:off x="5267324" y="4448174"/>
            <a:ext cx="1390650" cy="200025"/>
            <a:chOff x="5267324" y="4448174"/>
            <a:chExt cx="1390650" cy="200025"/>
          </a:xfrm>
        </p:grpSpPr>
        <p:sp>
          <p:nvSpPr>
            <p:cNvPr id="476" name="object 476"/>
            <p:cNvSpPr/>
            <p:nvPr/>
          </p:nvSpPr>
          <p:spPr>
            <a:xfrm>
              <a:off x="5267324" y="4448174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5267324" y="4638674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8" name="object 478"/>
          <p:cNvSpPr txBox="1"/>
          <p:nvPr/>
        </p:nvSpPr>
        <p:spPr>
          <a:xfrm>
            <a:off x="6529189" y="4451381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79" name="object 479"/>
          <p:cNvGrpSpPr/>
          <p:nvPr/>
        </p:nvGrpSpPr>
        <p:grpSpPr>
          <a:xfrm>
            <a:off x="6657974" y="4448174"/>
            <a:ext cx="1695450" cy="200025"/>
            <a:chOff x="6657974" y="4448174"/>
            <a:chExt cx="1695450" cy="200025"/>
          </a:xfrm>
        </p:grpSpPr>
        <p:sp>
          <p:nvSpPr>
            <p:cNvPr id="480" name="object 480"/>
            <p:cNvSpPr/>
            <p:nvPr/>
          </p:nvSpPr>
          <p:spPr>
            <a:xfrm>
              <a:off x="6657974" y="4448174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6657974" y="4638674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7429499" y="4448174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7429499" y="4638674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4" name="object 484"/>
          <p:cNvSpPr txBox="1"/>
          <p:nvPr/>
        </p:nvSpPr>
        <p:spPr>
          <a:xfrm>
            <a:off x="7300714" y="4451381"/>
            <a:ext cx="5943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47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Startup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85" name="object 485"/>
          <p:cNvGrpSpPr/>
          <p:nvPr/>
        </p:nvGrpSpPr>
        <p:grpSpPr>
          <a:xfrm>
            <a:off x="8353424" y="4448174"/>
            <a:ext cx="3400425" cy="200025"/>
            <a:chOff x="8353424" y="4448174"/>
            <a:chExt cx="3400425" cy="200025"/>
          </a:xfrm>
        </p:grpSpPr>
        <p:sp>
          <p:nvSpPr>
            <p:cNvPr id="486" name="object 486"/>
            <p:cNvSpPr/>
            <p:nvPr/>
          </p:nvSpPr>
          <p:spPr>
            <a:xfrm>
              <a:off x="8353424" y="4448174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8353424" y="4638674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10253662" y="4519612"/>
              <a:ext cx="43180" cy="47625"/>
            </a:xfrm>
            <a:custGeom>
              <a:avLst/>
              <a:gdLst/>
              <a:ahLst/>
              <a:cxnLst/>
              <a:rect l="l" t="t" r="r" b="b"/>
              <a:pathLst>
                <a:path w="43179" h="47625">
                  <a:moveTo>
                    <a:pt x="42862" y="9207"/>
                  </a:moveTo>
                  <a:lnTo>
                    <a:pt x="38417" y="4749"/>
                  </a:lnTo>
                  <a:lnTo>
                    <a:pt x="35839" y="3022"/>
                  </a:lnTo>
                  <a:lnTo>
                    <a:pt x="29997" y="609"/>
                  </a:lnTo>
                  <a:lnTo>
                    <a:pt x="26962" y="0"/>
                  </a:lnTo>
                  <a:lnTo>
                    <a:pt x="20650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50" y="47625"/>
                  </a:lnTo>
                  <a:lnTo>
                    <a:pt x="26962" y="47625"/>
                  </a:lnTo>
                  <a:lnTo>
                    <a:pt x="29997" y="47028"/>
                  </a:lnTo>
                  <a:lnTo>
                    <a:pt x="35839" y="44615"/>
                  </a:lnTo>
                  <a:lnTo>
                    <a:pt x="38417" y="42887"/>
                  </a:lnTo>
                  <a:lnTo>
                    <a:pt x="42862" y="38417"/>
                  </a:lnTo>
                  <a:lnTo>
                    <a:pt x="42862" y="9207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10344149" y="4448174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10344149" y="4638674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1" name="object 491"/>
          <p:cNvSpPr txBox="1"/>
          <p:nvPr/>
        </p:nvSpPr>
        <p:spPr>
          <a:xfrm>
            <a:off x="11392147" y="44513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89.00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92" name="object 492"/>
          <p:cNvGrpSpPr/>
          <p:nvPr/>
        </p:nvGrpSpPr>
        <p:grpSpPr>
          <a:xfrm>
            <a:off x="2219325" y="4448174"/>
            <a:ext cx="10067925" cy="400050"/>
            <a:chOff x="2219325" y="4448174"/>
            <a:chExt cx="10067925" cy="400050"/>
          </a:xfrm>
        </p:grpSpPr>
        <p:sp>
          <p:nvSpPr>
            <p:cNvPr id="493" name="object 493"/>
            <p:cNvSpPr/>
            <p:nvPr/>
          </p:nvSpPr>
          <p:spPr>
            <a:xfrm>
              <a:off x="11753848" y="4448174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11753850" y="4638674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2219325" y="464819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6" name="object 496"/>
            <p:cNvSpPr/>
            <p:nvPr/>
          </p:nvSpPr>
          <p:spPr>
            <a:xfrm>
              <a:off x="2219325" y="483869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7" name="object 497"/>
          <p:cNvSpPr txBox="1"/>
          <p:nvPr/>
        </p:nvSpPr>
        <p:spPr>
          <a:xfrm>
            <a:off x="2254250" y="4651406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STU01674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98" name="object 498"/>
          <p:cNvGrpSpPr/>
          <p:nvPr/>
        </p:nvGrpSpPr>
        <p:grpSpPr>
          <a:xfrm>
            <a:off x="2905124" y="4643437"/>
            <a:ext cx="685800" cy="209550"/>
            <a:chOff x="2905124" y="4643437"/>
            <a:chExt cx="685800" cy="209550"/>
          </a:xfrm>
        </p:grpSpPr>
        <p:sp>
          <p:nvSpPr>
            <p:cNvPr id="499" name="object 499"/>
            <p:cNvSpPr/>
            <p:nvPr/>
          </p:nvSpPr>
          <p:spPr>
            <a:xfrm>
              <a:off x="2905124" y="464819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2905124" y="483869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2952749" y="4657724"/>
              <a:ext cx="504825" cy="171450"/>
            </a:xfrm>
            <a:custGeom>
              <a:avLst/>
              <a:gdLst/>
              <a:ahLst/>
              <a:cxnLst/>
              <a:rect l="l" t="t" r="r" b="b"/>
              <a:pathLst>
                <a:path w="504825" h="171450">
                  <a:moveTo>
                    <a:pt x="50482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2" name="object 502"/>
            <p:cNvSpPr/>
            <p:nvPr/>
          </p:nvSpPr>
          <p:spPr>
            <a:xfrm>
              <a:off x="2957512" y="4648200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3" name="object 503"/>
          <p:cNvSpPr txBox="1"/>
          <p:nvPr/>
        </p:nvSpPr>
        <p:spPr>
          <a:xfrm>
            <a:off x="3229222" y="46514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28.56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04" name="object 504"/>
          <p:cNvGrpSpPr/>
          <p:nvPr/>
        </p:nvGrpSpPr>
        <p:grpSpPr>
          <a:xfrm>
            <a:off x="3590924" y="4648199"/>
            <a:ext cx="704850" cy="200025"/>
            <a:chOff x="3590924" y="4648199"/>
            <a:chExt cx="704850" cy="200025"/>
          </a:xfrm>
        </p:grpSpPr>
        <p:sp>
          <p:nvSpPr>
            <p:cNvPr id="505" name="object 505"/>
            <p:cNvSpPr/>
            <p:nvPr/>
          </p:nvSpPr>
          <p:spPr>
            <a:xfrm>
              <a:off x="3590924" y="4648199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3590924" y="4838699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7" name="object 507"/>
          <p:cNvSpPr txBox="1"/>
          <p:nvPr/>
        </p:nvSpPr>
        <p:spPr>
          <a:xfrm>
            <a:off x="3934073" y="46514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28.56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08" name="object 508"/>
          <p:cNvGrpSpPr/>
          <p:nvPr/>
        </p:nvGrpSpPr>
        <p:grpSpPr>
          <a:xfrm>
            <a:off x="4295774" y="4648199"/>
            <a:ext cx="971550" cy="200025"/>
            <a:chOff x="4295774" y="4648199"/>
            <a:chExt cx="971550" cy="200025"/>
          </a:xfrm>
        </p:grpSpPr>
        <p:sp>
          <p:nvSpPr>
            <p:cNvPr id="509" name="object 509"/>
            <p:cNvSpPr/>
            <p:nvPr/>
          </p:nvSpPr>
          <p:spPr>
            <a:xfrm>
              <a:off x="4295774" y="4648199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0"/>
            <p:cNvSpPr/>
            <p:nvPr/>
          </p:nvSpPr>
          <p:spPr>
            <a:xfrm>
              <a:off x="4295774" y="4838699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1" name="object 511"/>
          <p:cNvSpPr txBox="1"/>
          <p:nvPr/>
        </p:nvSpPr>
        <p:spPr>
          <a:xfrm>
            <a:off x="4837162" y="465140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12" name="object 512"/>
          <p:cNvGrpSpPr/>
          <p:nvPr/>
        </p:nvGrpSpPr>
        <p:grpSpPr>
          <a:xfrm>
            <a:off x="5267324" y="4648199"/>
            <a:ext cx="1390650" cy="200025"/>
            <a:chOff x="5267324" y="4648199"/>
            <a:chExt cx="1390650" cy="200025"/>
          </a:xfrm>
        </p:grpSpPr>
        <p:sp>
          <p:nvSpPr>
            <p:cNvPr id="513" name="object 513"/>
            <p:cNvSpPr/>
            <p:nvPr/>
          </p:nvSpPr>
          <p:spPr>
            <a:xfrm>
              <a:off x="5267324" y="4648199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5267324" y="4838699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5" name="object 515"/>
          <p:cNvSpPr txBox="1"/>
          <p:nvPr/>
        </p:nvSpPr>
        <p:spPr>
          <a:xfrm>
            <a:off x="6529189" y="4651406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16" name="object 516"/>
          <p:cNvGrpSpPr/>
          <p:nvPr/>
        </p:nvGrpSpPr>
        <p:grpSpPr>
          <a:xfrm>
            <a:off x="6657974" y="4648199"/>
            <a:ext cx="1695450" cy="200025"/>
            <a:chOff x="6657974" y="4648199"/>
            <a:chExt cx="1695450" cy="200025"/>
          </a:xfrm>
        </p:grpSpPr>
        <p:sp>
          <p:nvSpPr>
            <p:cNvPr id="517" name="object 517"/>
            <p:cNvSpPr/>
            <p:nvPr/>
          </p:nvSpPr>
          <p:spPr>
            <a:xfrm>
              <a:off x="6657974" y="4648199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6657974" y="4838699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19"/>
            <p:cNvSpPr/>
            <p:nvPr/>
          </p:nvSpPr>
          <p:spPr>
            <a:xfrm>
              <a:off x="7429499" y="4648199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7429499" y="4838699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1" name="object 521"/>
          <p:cNvSpPr txBox="1"/>
          <p:nvPr/>
        </p:nvSpPr>
        <p:spPr>
          <a:xfrm>
            <a:off x="7300714" y="4651406"/>
            <a:ext cx="10102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125" dirty="0">
                <a:solidFill>
                  <a:srgbClr val="252423"/>
                </a:solidFill>
                <a:latin typeface="Segoe UI"/>
                <a:cs typeface="Segoe UI"/>
              </a:rPr>
              <a:t> 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Product-Based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22" name="object 522"/>
          <p:cNvGrpSpPr/>
          <p:nvPr/>
        </p:nvGrpSpPr>
        <p:grpSpPr>
          <a:xfrm>
            <a:off x="8353424" y="4648199"/>
            <a:ext cx="3400425" cy="200025"/>
            <a:chOff x="8353424" y="4648199"/>
            <a:chExt cx="3400425" cy="200025"/>
          </a:xfrm>
        </p:grpSpPr>
        <p:sp>
          <p:nvSpPr>
            <p:cNvPr id="523" name="object 523"/>
            <p:cNvSpPr/>
            <p:nvPr/>
          </p:nvSpPr>
          <p:spPr>
            <a:xfrm>
              <a:off x="8353424" y="4648199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8353424" y="4838699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9015400" y="47196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381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10344149" y="4648199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10344149" y="4838699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8" name="object 528"/>
          <p:cNvSpPr txBox="1"/>
          <p:nvPr/>
        </p:nvSpPr>
        <p:spPr>
          <a:xfrm>
            <a:off x="11392147" y="46514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91.67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29" name="object 529"/>
          <p:cNvGrpSpPr/>
          <p:nvPr/>
        </p:nvGrpSpPr>
        <p:grpSpPr>
          <a:xfrm>
            <a:off x="2219325" y="4648199"/>
            <a:ext cx="10067925" cy="400050"/>
            <a:chOff x="2219325" y="4648199"/>
            <a:chExt cx="10067925" cy="400050"/>
          </a:xfrm>
        </p:grpSpPr>
        <p:sp>
          <p:nvSpPr>
            <p:cNvPr id="530" name="object 530"/>
            <p:cNvSpPr/>
            <p:nvPr/>
          </p:nvSpPr>
          <p:spPr>
            <a:xfrm>
              <a:off x="11753848" y="4648199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1"/>
            <p:cNvSpPr/>
            <p:nvPr/>
          </p:nvSpPr>
          <p:spPr>
            <a:xfrm>
              <a:off x="11753850" y="483869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2219325" y="484822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3"/>
            <p:cNvSpPr/>
            <p:nvPr/>
          </p:nvSpPr>
          <p:spPr>
            <a:xfrm>
              <a:off x="2219325" y="503872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4" name="object 534"/>
          <p:cNvSpPr txBox="1"/>
          <p:nvPr/>
        </p:nvSpPr>
        <p:spPr>
          <a:xfrm>
            <a:off x="2254250" y="4851431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STU01764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35" name="object 535"/>
          <p:cNvGrpSpPr/>
          <p:nvPr/>
        </p:nvGrpSpPr>
        <p:grpSpPr>
          <a:xfrm>
            <a:off x="2905124" y="4843462"/>
            <a:ext cx="685800" cy="209550"/>
            <a:chOff x="2905124" y="4843462"/>
            <a:chExt cx="685800" cy="209550"/>
          </a:xfrm>
        </p:grpSpPr>
        <p:sp>
          <p:nvSpPr>
            <p:cNvPr id="536" name="object 536"/>
            <p:cNvSpPr/>
            <p:nvPr/>
          </p:nvSpPr>
          <p:spPr>
            <a:xfrm>
              <a:off x="2905124" y="484822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2905124" y="503872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2952749" y="4857749"/>
              <a:ext cx="504825" cy="171450"/>
            </a:xfrm>
            <a:custGeom>
              <a:avLst/>
              <a:gdLst/>
              <a:ahLst/>
              <a:cxnLst/>
              <a:rect l="l" t="t" r="r" b="b"/>
              <a:pathLst>
                <a:path w="504825" h="171450">
                  <a:moveTo>
                    <a:pt x="50482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2957512" y="4848224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0" name="object 540"/>
          <p:cNvSpPr txBox="1"/>
          <p:nvPr/>
        </p:nvSpPr>
        <p:spPr>
          <a:xfrm>
            <a:off x="3229222" y="48514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28.54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41" name="object 541"/>
          <p:cNvGrpSpPr/>
          <p:nvPr/>
        </p:nvGrpSpPr>
        <p:grpSpPr>
          <a:xfrm>
            <a:off x="3590924" y="4848224"/>
            <a:ext cx="704850" cy="200025"/>
            <a:chOff x="3590924" y="4848224"/>
            <a:chExt cx="704850" cy="200025"/>
          </a:xfrm>
        </p:grpSpPr>
        <p:sp>
          <p:nvSpPr>
            <p:cNvPr id="542" name="object 542"/>
            <p:cNvSpPr/>
            <p:nvPr/>
          </p:nvSpPr>
          <p:spPr>
            <a:xfrm>
              <a:off x="3590924" y="4848224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3590924" y="5038724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4" name="object 544"/>
          <p:cNvSpPr txBox="1"/>
          <p:nvPr/>
        </p:nvSpPr>
        <p:spPr>
          <a:xfrm>
            <a:off x="3934073" y="48514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28.54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45" name="object 545"/>
          <p:cNvGrpSpPr/>
          <p:nvPr/>
        </p:nvGrpSpPr>
        <p:grpSpPr>
          <a:xfrm>
            <a:off x="4295774" y="4848224"/>
            <a:ext cx="971550" cy="200025"/>
            <a:chOff x="4295774" y="4848224"/>
            <a:chExt cx="971550" cy="200025"/>
          </a:xfrm>
        </p:grpSpPr>
        <p:sp>
          <p:nvSpPr>
            <p:cNvPr id="546" name="object 546"/>
            <p:cNvSpPr/>
            <p:nvPr/>
          </p:nvSpPr>
          <p:spPr>
            <a:xfrm>
              <a:off x="4295774" y="4848224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4295774" y="5038724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8" name="object 548"/>
          <p:cNvSpPr txBox="1"/>
          <p:nvPr/>
        </p:nvSpPr>
        <p:spPr>
          <a:xfrm>
            <a:off x="4837162" y="4851431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49" name="object 549"/>
          <p:cNvGrpSpPr/>
          <p:nvPr/>
        </p:nvGrpSpPr>
        <p:grpSpPr>
          <a:xfrm>
            <a:off x="5267324" y="4848224"/>
            <a:ext cx="1390650" cy="200025"/>
            <a:chOff x="5267324" y="4848224"/>
            <a:chExt cx="1390650" cy="200025"/>
          </a:xfrm>
        </p:grpSpPr>
        <p:sp>
          <p:nvSpPr>
            <p:cNvPr id="550" name="object 550"/>
            <p:cNvSpPr/>
            <p:nvPr/>
          </p:nvSpPr>
          <p:spPr>
            <a:xfrm>
              <a:off x="5267324" y="4848224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5267324" y="5038724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2" name="object 552"/>
          <p:cNvSpPr txBox="1"/>
          <p:nvPr/>
        </p:nvSpPr>
        <p:spPr>
          <a:xfrm>
            <a:off x="6529189" y="4851431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53" name="object 553"/>
          <p:cNvGrpSpPr/>
          <p:nvPr/>
        </p:nvGrpSpPr>
        <p:grpSpPr>
          <a:xfrm>
            <a:off x="6657974" y="4848224"/>
            <a:ext cx="1695450" cy="200025"/>
            <a:chOff x="6657974" y="4848224"/>
            <a:chExt cx="1695450" cy="200025"/>
          </a:xfrm>
        </p:grpSpPr>
        <p:sp>
          <p:nvSpPr>
            <p:cNvPr id="554" name="object 554"/>
            <p:cNvSpPr/>
            <p:nvPr/>
          </p:nvSpPr>
          <p:spPr>
            <a:xfrm>
              <a:off x="6657974" y="4848224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6657974" y="5038724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7429499" y="4848224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7429499" y="5038724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8" name="object 558"/>
          <p:cNvSpPr txBox="1"/>
          <p:nvPr/>
        </p:nvSpPr>
        <p:spPr>
          <a:xfrm>
            <a:off x="7300714" y="4851431"/>
            <a:ext cx="9671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120" dirty="0">
                <a:solidFill>
                  <a:srgbClr val="252423"/>
                </a:solidFill>
                <a:latin typeface="Segoe UI"/>
                <a:cs typeface="Segoe UI"/>
              </a:rPr>
              <a:t> 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Service-Based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59" name="object 559"/>
          <p:cNvGrpSpPr/>
          <p:nvPr/>
        </p:nvGrpSpPr>
        <p:grpSpPr>
          <a:xfrm>
            <a:off x="8353424" y="4848224"/>
            <a:ext cx="3400425" cy="200025"/>
            <a:chOff x="8353424" y="4848224"/>
            <a:chExt cx="3400425" cy="200025"/>
          </a:xfrm>
        </p:grpSpPr>
        <p:sp>
          <p:nvSpPr>
            <p:cNvPr id="560" name="object 560"/>
            <p:cNvSpPr/>
            <p:nvPr/>
          </p:nvSpPr>
          <p:spPr>
            <a:xfrm>
              <a:off x="8353424" y="4848224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8353424" y="5038724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9634525" y="491966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381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10344149" y="4848224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10344149" y="5038724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5" name="object 565"/>
          <p:cNvSpPr txBox="1"/>
          <p:nvPr/>
        </p:nvSpPr>
        <p:spPr>
          <a:xfrm>
            <a:off x="11392147" y="48514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84.33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66" name="object 566"/>
          <p:cNvGrpSpPr/>
          <p:nvPr/>
        </p:nvGrpSpPr>
        <p:grpSpPr>
          <a:xfrm>
            <a:off x="2219325" y="4848224"/>
            <a:ext cx="10067925" cy="400050"/>
            <a:chOff x="2219325" y="4848224"/>
            <a:chExt cx="10067925" cy="400050"/>
          </a:xfrm>
        </p:grpSpPr>
        <p:sp>
          <p:nvSpPr>
            <p:cNvPr id="567" name="object 567"/>
            <p:cNvSpPr/>
            <p:nvPr/>
          </p:nvSpPr>
          <p:spPr>
            <a:xfrm>
              <a:off x="11753848" y="4848224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/>
            <p:cNvSpPr/>
            <p:nvPr/>
          </p:nvSpPr>
          <p:spPr>
            <a:xfrm>
              <a:off x="11753850" y="5038724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69"/>
            <p:cNvSpPr/>
            <p:nvPr/>
          </p:nvSpPr>
          <p:spPr>
            <a:xfrm>
              <a:off x="2219325" y="504824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2219325" y="523874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1" name="object 571"/>
          <p:cNvSpPr txBox="1"/>
          <p:nvPr/>
        </p:nvSpPr>
        <p:spPr>
          <a:xfrm>
            <a:off x="2254250" y="5051456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STU01533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72" name="object 572"/>
          <p:cNvGrpSpPr/>
          <p:nvPr/>
        </p:nvGrpSpPr>
        <p:grpSpPr>
          <a:xfrm>
            <a:off x="2905124" y="5043487"/>
            <a:ext cx="685800" cy="209550"/>
            <a:chOff x="2905124" y="5043487"/>
            <a:chExt cx="685800" cy="209550"/>
          </a:xfrm>
        </p:grpSpPr>
        <p:sp>
          <p:nvSpPr>
            <p:cNvPr id="573" name="object 573"/>
            <p:cNvSpPr/>
            <p:nvPr/>
          </p:nvSpPr>
          <p:spPr>
            <a:xfrm>
              <a:off x="2905124" y="504824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574"/>
            <p:cNvSpPr/>
            <p:nvPr/>
          </p:nvSpPr>
          <p:spPr>
            <a:xfrm>
              <a:off x="2905124" y="523874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75"/>
            <p:cNvSpPr/>
            <p:nvPr/>
          </p:nvSpPr>
          <p:spPr>
            <a:xfrm>
              <a:off x="2952749" y="5057774"/>
              <a:ext cx="504825" cy="171450"/>
            </a:xfrm>
            <a:custGeom>
              <a:avLst/>
              <a:gdLst/>
              <a:ahLst/>
              <a:cxnLst/>
              <a:rect l="l" t="t" r="r" b="b"/>
              <a:pathLst>
                <a:path w="504825" h="171450">
                  <a:moveTo>
                    <a:pt x="50482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2957512" y="5048249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7" name="object 577"/>
          <p:cNvSpPr txBox="1"/>
          <p:nvPr/>
        </p:nvSpPr>
        <p:spPr>
          <a:xfrm>
            <a:off x="3229222" y="50514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28.43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78" name="object 578"/>
          <p:cNvGrpSpPr/>
          <p:nvPr/>
        </p:nvGrpSpPr>
        <p:grpSpPr>
          <a:xfrm>
            <a:off x="3590924" y="5048249"/>
            <a:ext cx="704850" cy="200025"/>
            <a:chOff x="3590924" y="5048249"/>
            <a:chExt cx="704850" cy="200025"/>
          </a:xfrm>
        </p:grpSpPr>
        <p:sp>
          <p:nvSpPr>
            <p:cNvPr id="579" name="object 579"/>
            <p:cNvSpPr/>
            <p:nvPr/>
          </p:nvSpPr>
          <p:spPr>
            <a:xfrm>
              <a:off x="3590924" y="5048249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0" name="object 580"/>
            <p:cNvSpPr/>
            <p:nvPr/>
          </p:nvSpPr>
          <p:spPr>
            <a:xfrm>
              <a:off x="3590924" y="5238749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1" name="object 581"/>
          <p:cNvSpPr txBox="1"/>
          <p:nvPr/>
        </p:nvSpPr>
        <p:spPr>
          <a:xfrm>
            <a:off x="3934073" y="50514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28.43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82" name="object 582"/>
          <p:cNvGrpSpPr/>
          <p:nvPr/>
        </p:nvGrpSpPr>
        <p:grpSpPr>
          <a:xfrm>
            <a:off x="4295774" y="5048249"/>
            <a:ext cx="971550" cy="200025"/>
            <a:chOff x="4295774" y="5048249"/>
            <a:chExt cx="971550" cy="200025"/>
          </a:xfrm>
        </p:grpSpPr>
        <p:sp>
          <p:nvSpPr>
            <p:cNvPr id="583" name="object 583"/>
            <p:cNvSpPr/>
            <p:nvPr/>
          </p:nvSpPr>
          <p:spPr>
            <a:xfrm>
              <a:off x="4295774" y="5048249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4295774" y="5238749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5" name="object 585"/>
          <p:cNvSpPr txBox="1"/>
          <p:nvPr/>
        </p:nvSpPr>
        <p:spPr>
          <a:xfrm>
            <a:off x="4837162" y="505145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86" name="object 586"/>
          <p:cNvGrpSpPr/>
          <p:nvPr/>
        </p:nvGrpSpPr>
        <p:grpSpPr>
          <a:xfrm>
            <a:off x="5267324" y="5048249"/>
            <a:ext cx="1390650" cy="200025"/>
            <a:chOff x="5267324" y="5048249"/>
            <a:chExt cx="1390650" cy="200025"/>
          </a:xfrm>
        </p:grpSpPr>
        <p:sp>
          <p:nvSpPr>
            <p:cNvPr id="587" name="object 587"/>
            <p:cNvSpPr/>
            <p:nvPr/>
          </p:nvSpPr>
          <p:spPr>
            <a:xfrm>
              <a:off x="5267324" y="5048249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5267324" y="5238749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9" name="object 589"/>
          <p:cNvSpPr txBox="1"/>
          <p:nvPr/>
        </p:nvSpPr>
        <p:spPr>
          <a:xfrm>
            <a:off x="6529189" y="5051456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90" name="object 590"/>
          <p:cNvGrpSpPr/>
          <p:nvPr/>
        </p:nvGrpSpPr>
        <p:grpSpPr>
          <a:xfrm>
            <a:off x="6657974" y="5048249"/>
            <a:ext cx="1695450" cy="200025"/>
            <a:chOff x="6657974" y="5048249"/>
            <a:chExt cx="1695450" cy="200025"/>
          </a:xfrm>
        </p:grpSpPr>
        <p:sp>
          <p:nvSpPr>
            <p:cNvPr id="591" name="object 591"/>
            <p:cNvSpPr/>
            <p:nvPr/>
          </p:nvSpPr>
          <p:spPr>
            <a:xfrm>
              <a:off x="6657974" y="5048249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6657974" y="5238749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7429499" y="5048249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7429499" y="5238749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5" name="object 595"/>
          <p:cNvSpPr txBox="1"/>
          <p:nvPr/>
        </p:nvSpPr>
        <p:spPr>
          <a:xfrm>
            <a:off x="7300714" y="5051456"/>
            <a:ext cx="47688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47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MNC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96" name="object 596"/>
          <p:cNvGrpSpPr/>
          <p:nvPr/>
        </p:nvGrpSpPr>
        <p:grpSpPr>
          <a:xfrm>
            <a:off x="8353424" y="5048249"/>
            <a:ext cx="3400425" cy="200025"/>
            <a:chOff x="8353424" y="5048249"/>
            <a:chExt cx="3400425" cy="200025"/>
          </a:xfrm>
        </p:grpSpPr>
        <p:sp>
          <p:nvSpPr>
            <p:cNvPr id="597" name="object 597"/>
            <p:cNvSpPr/>
            <p:nvPr/>
          </p:nvSpPr>
          <p:spPr>
            <a:xfrm>
              <a:off x="8353424" y="5048249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598"/>
            <p:cNvSpPr/>
            <p:nvPr/>
          </p:nvSpPr>
          <p:spPr>
            <a:xfrm>
              <a:off x="8353424" y="5238749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599"/>
            <p:cNvSpPr/>
            <p:nvPr/>
          </p:nvSpPr>
          <p:spPr>
            <a:xfrm>
              <a:off x="8401037" y="5119687"/>
              <a:ext cx="43180" cy="47625"/>
            </a:xfrm>
            <a:custGeom>
              <a:avLst/>
              <a:gdLst/>
              <a:ahLst/>
              <a:cxnLst/>
              <a:rect l="l" t="t" r="r" b="b"/>
              <a:pathLst>
                <a:path w="43179" h="47625">
                  <a:moveTo>
                    <a:pt x="42862" y="20662"/>
                  </a:moveTo>
                  <a:lnTo>
                    <a:pt x="22212" y="0"/>
                  </a:lnTo>
                  <a:lnTo>
                    <a:pt x="15900" y="0"/>
                  </a:lnTo>
                  <a:lnTo>
                    <a:pt x="12865" y="609"/>
                  </a:lnTo>
                  <a:lnTo>
                    <a:pt x="7023" y="3022"/>
                  </a:lnTo>
                  <a:lnTo>
                    <a:pt x="4445" y="4749"/>
                  </a:lnTo>
                  <a:lnTo>
                    <a:pt x="0" y="9207"/>
                  </a:lnTo>
                  <a:lnTo>
                    <a:pt x="0" y="38417"/>
                  </a:lnTo>
                  <a:lnTo>
                    <a:pt x="4445" y="42887"/>
                  </a:lnTo>
                  <a:lnTo>
                    <a:pt x="7023" y="44615"/>
                  </a:lnTo>
                  <a:lnTo>
                    <a:pt x="12865" y="47028"/>
                  </a:lnTo>
                  <a:lnTo>
                    <a:pt x="15900" y="47625"/>
                  </a:lnTo>
                  <a:lnTo>
                    <a:pt x="22212" y="47625"/>
                  </a:lnTo>
                  <a:lnTo>
                    <a:pt x="42862" y="26974"/>
                  </a:lnTo>
                  <a:lnTo>
                    <a:pt x="42862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0" name="object 600"/>
            <p:cNvSpPr/>
            <p:nvPr/>
          </p:nvSpPr>
          <p:spPr>
            <a:xfrm>
              <a:off x="10344149" y="5048249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1" name="object 601"/>
            <p:cNvSpPr/>
            <p:nvPr/>
          </p:nvSpPr>
          <p:spPr>
            <a:xfrm>
              <a:off x="10344149" y="5238749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2" name="object 602"/>
          <p:cNvSpPr txBox="1"/>
          <p:nvPr/>
        </p:nvSpPr>
        <p:spPr>
          <a:xfrm>
            <a:off x="11392147" y="50514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90.67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03" name="object 603"/>
          <p:cNvGrpSpPr/>
          <p:nvPr/>
        </p:nvGrpSpPr>
        <p:grpSpPr>
          <a:xfrm>
            <a:off x="2219325" y="5048249"/>
            <a:ext cx="10067925" cy="400050"/>
            <a:chOff x="2219325" y="5048249"/>
            <a:chExt cx="10067925" cy="400050"/>
          </a:xfrm>
        </p:grpSpPr>
        <p:sp>
          <p:nvSpPr>
            <p:cNvPr id="604" name="object 604"/>
            <p:cNvSpPr/>
            <p:nvPr/>
          </p:nvSpPr>
          <p:spPr>
            <a:xfrm>
              <a:off x="11753848" y="5048249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5" name="object 605"/>
            <p:cNvSpPr/>
            <p:nvPr/>
          </p:nvSpPr>
          <p:spPr>
            <a:xfrm>
              <a:off x="11753850" y="523874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2219325" y="524827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7" name="object 607"/>
            <p:cNvSpPr/>
            <p:nvPr/>
          </p:nvSpPr>
          <p:spPr>
            <a:xfrm>
              <a:off x="2219325" y="543877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8" name="object 608"/>
          <p:cNvSpPr txBox="1"/>
          <p:nvPr/>
        </p:nvSpPr>
        <p:spPr>
          <a:xfrm>
            <a:off x="2254250" y="5251481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STU00936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09" name="object 609"/>
          <p:cNvGrpSpPr/>
          <p:nvPr/>
        </p:nvGrpSpPr>
        <p:grpSpPr>
          <a:xfrm>
            <a:off x="2905124" y="5243512"/>
            <a:ext cx="685800" cy="209550"/>
            <a:chOff x="2905124" y="5243512"/>
            <a:chExt cx="685800" cy="209550"/>
          </a:xfrm>
        </p:grpSpPr>
        <p:sp>
          <p:nvSpPr>
            <p:cNvPr id="610" name="object 610"/>
            <p:cNvSpPr/>
            <p:nvPr/>
          </p:nvSpPr>
          <p:spPr>
            <a:xfrm>
              <a:off x="2905124" y="524827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611"/>
            <p:cNvSpPr/>
            <p:nvPr/>
          </p:nvSpPr>
          <p:spPr>
            <a:xfrm>
              <a:off x="2905124" y="543877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2" name="object 612"/>
            <p:cNvSpPr/>
            <p:nvPr/>
          </p:nvSpPr>
          <p:spPr>
            <a:xfrm>
              <a:off x="2952749" y="5257799"/>
              <a:ext cx="504825" cy="171450"/>
            </a:xfrm>
            <a:custGeom>
              <a:avLst/>
              <a:gdLst/>
              <a:ahLst/>
              <a:cxnLst/>
              <a:rect l="l" t="t" r="r" b="b"/>
              <a:pathLst>
                <a:path w="504825" h="171450">
                  <a:moveTo>
                    <a:pt x="50482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3" name="object 613"/>
            <p:cNvSpPr/>
            <p:nvPr/>
          </p:nvSpPr>
          <p:spPr>
            <a:xfrm>
              <a:off x="2957512" y="5248274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4" name="object 614"/>
          <p:cNvSpPr txBox="1"/>
          <p:nvPr/>
        </p:nvSpPr>
        <p:spPr>
          <a:xfrm>
            <a:off x="3229222" y="52514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28.38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15" name="object 615"/>
          <p:cNvGrpSpPr/>
          <p:nvPr/>
        </p:nvGrpSpPr>
        <p:grpSpPr>
          <a:xfrm>
            <a:off x="3590924" y="5248274"/>
            <a:ext cx="704850" cy="200025"/>
            <a:chOff x="3590924" y="5248274"/>
            <a:chExt cx="704850" cy="200025"/>
          </a:xfrm>
        </p:grpSpPr>
        <p:sp>
          <p:nvSpPr>
            <p:cNvPr id="616" name="object 616"/>
            <p:cNvSpPr/>
            <p:nvPr/>
          </p:nvSpPr>
          <p:spPr>
            <a:xfrm>
              <a:off x="3590924" y="5248274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7" name="object 617"/>
            <p:cNvSpPr/>
            <p:nvPr/>
          </p:nvSpPr>
          <p:spPr>
            <a:xfrm>
              <a:off x="3590924" y="5438774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8" name="object 618"/>
          <p:cNvSpPr txBox="1"/>
          <p:nvPr/>
        </p:nvSpPr>
        <p:spPr>
          <a:xfrm>
            <a:off x="3934073" y="52514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28.38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19" name="object 619"/>
          <p:cNvGrpSpPr/>
          <p:nvPr/>
        </p:nvGrpSpPr>
        <p:grpSpPr>
          <a:xfrm>
            <a:off x="4295774" y="5248274"/>
            <a:ext cx="971550" cy="200025"/>
            <a:chOff x="4295774" y="5248274"/>
            <a:chExt cx="971550" cy="200025"/>
          </a:xfrm>
        </p:grpSpPr>
        <p:sp>
          <p:nvSpPr>
            <p:cNvPr id="620" name="object 620"/>
            <p:cNvSpPr/>
            <p:nvPr/>
          </p:nvSpPr>
          <p:spPr>
            <a:xfrm>
              <a:off x="4295774" y="5248274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1" name="object 621"/>
            <p:cNvSpPr/>
            <p:nvPr/>
          </p:nvSpPr>
          <p:spPr>
            <a:xfrm>
              <a:off x="4295774" y="5438774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2" name="object 622"/>
          <p:cNvSpPr txBox="1"/>
          <p:nvPr/>
        </p:nvSpPr>
        <p:spPr>
          <a:xfrm>
            <a:off x="4837162" y="5251481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23" name="object 623"/>
          <p:cNvGrpSpPr/>
          <p:nvPr/>
        </p:nvGrpSpPr>
        <p:grpSpPr>
          <a:xfrm>
            <a:off x="5267324" y="5248274"/>
            <a:ext cx="1390650" cy="200025"/>
            <a:chOff x="5267324" y="5248274"/>
            <a:chExt cx="1390650" cy="200025"/>
          </a:xfrm>
        </p:grpSpPr>
        <p:sp>
          <p:nvSpPr>
            <p:cNvPr id="624" name="object 624"/>
            <p:cNvSpPr/>
            <p:nvPr/>
          </p:nvSpPr>
          <p:spPr>
            <a:xfrm>
              <a:off x="5267324" y="5248274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5" name="object 625"/>
            <p:cNvSpPr/>
            <p:nvPr/>
          </p:nvSpPr>
          <p:spPr>
            <a:xfrm>
              <a:off x="5267324" y="5438774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6" name="object 626"/>
          <p:cNvSpPr txBox="1"/>
          <p:nvPr/>
        </p:nvSpPr>
        <p:spPr>
          <a:xfrm>
            <a:off x="6529189" y="5251481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27" name="object 627"/>
          <p:cNvGrpSpPr/>
          <p:nvPr/>
        </p:nvGrpSpPr>
        <p:grpSpPr>
          <a:xfrm>
            <a:off x="6657974" y="5248274"/>
            <a:ext cx="1695450" cy="200025"/>
            <a:chOff x="6657974" y="5248274"/>
            <a:chExt cx="1695450" cy="200025"/>
          </a:xfrm>
        </p:grpSpPr>
        <p:sp>
          <p:nvSpPr>
            <p:cNvPr id="628" name="object 628"/>
            <p:cNvSpPr/>
            <p:nvPr/>
          </p:nvSpPr>
          <p:spPr>
            <a:xfrm>
              <a:off x="6657974" y="5248274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9" name="object 629"/>
            <p:cNvSpPr/>
            <p:nvPr/>
          </p:nvSpPr>
          <p:spPr>
            <a:xfrm>
              <a:off x="6657974" y="5438774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630"/>
            <p:cNvSpPr/>
            <p:nvPr/>
          </p:nvSpPr>
          <p:spPr>
            <a:xfrm>
              <a:off x="7429499" y="5248274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631"/>
            <p:cNvSpPr/>
            <p:nvPr/>
          </p:nvSpPr>
          <p:spPr>
            <a:xfrm>
              <a:off x="7429499" y="5438774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2" name="object 632"/>
          <p:cNvSpPr txBox="1"/>
          <p:nvPr/>
        </p:nvSpPr>
        <p:spPr>
          <a:xfrm>
            <a:off x="7300714" y="5251481"/>
            <a:ext cx="9671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120" dirty="0">
                <a:solidFill>
                  <a:srgbClr val="252423"/>
                </a:solidFill>
                <a:latin typeface="Segoe UI"/>
                <a:cs typeface="Segoe UI"/>
              </a:rPr>
              <a:t> 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Service-Based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33" name="object 633"/>
          <p:cNvGrpSpPr/>
          <p:nvPr/>
        </p:nvGrpSpPr>
        <p:grpSpPr>
          <a:xfrm>
            <a:off x="8353424" y="5248274"/>
            <a:ext cx="3400425" cy="200025"/>
            <a:chOff x="8353424" y="5248274"/>
            <a:chExt cx="3400425" cy="200025"/>
          </a:xfrm>
        </p:grpSpPr>
        <p:sp>
          <p:nvSpPr>
            <p:cNvPr id="634" name="object 634"/>
            <p:cNvSpPr/>
            <p:nvPr/>
          </p:nvSpPr>
          <p:spPr>
            <a:xfrm>
              <a:off x="8353424" y="5248274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5" name="object 635"/>
            <p:cNvSpPr/>
            <p:nvPr/>
          </p:nvSpPr>
          <p:spPr>
            <a:xfrm>
              <a:off x="8353424" y="5438774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636"/>
            <p:cNvSpPr/>
            <p:nvPr/>
          </p:nvSpPr>
          <p:spPr>
            <a:xfrm>
              <a:off x="9634525" y="531971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381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7" name="object 637"/>
            <p:cNvSpPr/>
            <p:nvPr/>
          </p:nvSpPr>
          <p:spPr>
            <a:xfrm>
              <a:off x="10344149" y="5248274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638"/>
            <p:cNvSpPr/>
            <p:nvPr/>
          </p:nvSpPr>
          <p:spPr>
            <a:xfrm>
              <a:off x="10344149" y="5438774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9" name="object 639"/>
          <p:cNvSpPr txBox="1"/>
          <p:nvPr/>
        </p:nvSpPr>
        <p:spPr>
          <a:xfrm>
            <a:off x="11392147" y="52514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88.00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40" name="object 640"/>
          <p:cNvGrpSpPr/>
          <p:nvPr/>
        </p:nvGrpSpPr>
        <p:grpSpPr>
          <a:xfrm>
            <a:off x="2219325" y="5248274"/>
            <a:ext cx="10067925" cy="400050"/>
            <a:chOff x="2219325" y="5248274"/>
            <a:chExt cx="10067925" cy="400050"/>
          </a:xfrm>
        </p:grpSpPr>
        <p:sp>
          <p:nvSpPr>
            <p:cNvPr id="641" name="object 641"/>
            <p:cNvSpPr/>
            <p:nvPr/>
          </p:nvSpPr>
          <p:spPr>
            <a:xfrm>
              <a:off x="11753848" y="5248274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2" name="object 642"/>
            <p:cNvSpPr/>
            <p:nvPr/>
          </p:nvSpPr>
          <p:spPr>
            <a:xfrm>
              <a:off x="11753850" y="5438774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643"/>
            <p:cNvSpPr/>
            <p:nvPr/>
          </p:nvSpPr>
          <p:spPr>
            <a:xfrm>
              <a:off x="2219325" y="544829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4" name="object 644"/>
            <p:cNvSpPr/>
            <p:nvPr/>
          </p:nvSpPr>
          <p:spPr>
            <a:xfrm>
              <a:off x="2219325" y="563879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5" name="object 645"/>
          <p:cNvSpPr txBox="1"/>
          <p:nvPr/>
        </p:nvSpPr>
        <p:spPr>
          <a:xfrm>
            <a:off x="2254250" y="5451506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STU00461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46" name="object 646"/>
          <p:cNvGrpSpPr/>
          <p:nvPr/>
        </p:nvGrpSpPr>
        <p:grpSpPr>
          <a:xfrm>
            <a:off x="2905124" y="5443537"/>
            <a:ext cx="685800" cy="209550"/>
            <a:chOff x="2905124" y="5443537"/>
            <a:chExt cx="685800" cy="209550"/>
          </a:xfrm>
        </p:grpSpPr>
        <p:sp>
          <p:nvSpPr>
            <p:cNvPr id="647" name="object 647"/>
            <p:cNvSpPr/>
            <p:nvPr/>
          </p:nvSpPr>
          <p:spPr>
            <a:xfrm>
              <a:off x="2905124" y="544829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8" name="object 648"/>
            <p:cNvSpPr/>
            <p:nvPr/>
          </p:nvSpPr>
          <p:spPr>
            <a:xfrm>
              <a:off x="2905124" y="563879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9" name="object 649"/>
            <p:cNvSpPr/>
            <p:nvPr/>
          </p:nvSpPr>
          <p:spPr>
            <a:xfrm>
              <a:off x="2952749" y="5457824"/>
              <a:ext cx="495300" cy="171450"/>
            </a:xfrm>
            <a:custGeom>
              <a:avLst/>
              <a:gdLst/>
              <a:ahLst/>
              <a:cxnLst/>
              <a:rect l="l" t="t" r="r" b="b"/>
              <a:pathLst>
                <a:path w="495300" h="171450">
                  <a:moveTo>
                    <a:pt x="495299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495299" y="0"/>
                  </a:lnTo>
                  <a:lnTo>
                    <a:pt x="495299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0" name="object 650"/>
            <p:cNvSpPr/>
            <p:nvPr/>
          </p:nvSpPr>
          <p:spPr>
            <a:xfrm>
              <a:off x="2957512" y="5448299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1" name="object 651"/>
          <p:cNvSpPr txBox="1"/>
          <p:nvPr/>
        </p:nvSpPr>
        <p:spPr>
          <a:xfrm>
            <a:off x="3229222" y="54515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28.18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52" name="object 652"/>
          <p:cNvGrpSpPr/>
          <p:nvPr/>
        </p:nvGrpSpPr>
        <p:grpSpPr>
          <a:xfrm>
            <a:off x="3590924" y="5448299"/>
            <a:ext cx="704850" cy="200025"/>
            <a:chOff x="3590924" y="5448299"/>
            <a:chExt cx="704850" cy="200025"/>
          </a:xfrm>
        </p:grpSpPr>
        <p:sp>
          <p:nvSpPr>
            <p:cNvPr id="653" name="object 653"/>
            <p:cNvSpPr/>
            <p:nvPr/>
          </p:nvSpPr>
          <p:spPr>
            <a:xfrm>
              <a:off x="3590924" y="5448299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654"/>
            <p:cNvSpPr/>
            <p:nvPr/>
          </p:nvSpPr>
          <p:spPr>
            <a:xfrm>
              <a:off x="3590924" y="5638799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5" name="object 655"/>
          <p:cNvSpPr txBox="1"/>
          <p:nvPr/>
        </p:nvSpPr>
        <p:spPr>
          <a:xfrm>
            <a:off x="3934073" y="54515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28.18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56" name="object 656"/>
          <p:cNvGrpSpPr/>
          <p:nvPr/>
        </p:nvGrpSpPr>
        <p:grpSpPr>
          <a:xfrm>
            <a:off x="4295774" y="5448299"/>
            <a:ext cx="971550" cy="200025"/>
            <a:chOff x="4295774" y="5448299"/>
            <a:chExt cx="971550" cy="200025"/>
          </a:xfrm>
        </p:grpSpPr>
        <p:sp>
          <p:nvSpPr>
            <p:cNvPr id="657" name="object 657"/>
            <p:cNvSpPr/>
            <p:nvPr/>
          </p:nvSpPr>
          <p:spPr>
            <a:xfrm>
              <a:off x="4295774" y="5448299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658"/>
            <p:cNvSpPr/>
            <p:nvPr/>
          </p:nvSpPr>
          <p:spPr>
            <a:xfrm>
              <a:off x="4295774" y="5638799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9" name="object 659"/>
          <p:cNvSpPr txBox="1"/>
          <p:nvPr/>
        </p:nvSpPr>
        <p:spPr>
          <a:xfrm>
            <a:off x="4837162" y="545150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60" name="object 660"/>
          <p:cNvGrpSpPr/>
          <p:nvPr/>
        </p:nvGrpSpPr>
        <p:grpSpPr>
          <a:xfrm>
            <a:off x="5267324" y="5448299"/>
            <a:ext cx="1390650" cy="200025"/>
            <a:chOff x="5267324" y="5448299"/>
            <a:chExt cx="1390650" cy="200025"/>
          </a:xfrm>
        </p:grpSpPr>
        <p:sp>
          <p:nvSpPr>
            <p:cNvPr id="661" name="object 661"/>
            <p:cNvSpPr/>
            <p:nvPr/>
          </p:nvSpPr>
          <p:spPr>
            <a:xfrm>
              <a:off x="5267324" y="5448299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2" name="object 662"/>
            <p:cNvSpPr/>
            <p:nvPr/>
          </p:nvSpPr>
          <p:spPr>
            <a:xfrm>
              <a:off x="5267324" y="5638799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3" name="object 663"/>
          <p:cNvSpPr txBox="1"/>
          <p:nvPr/>
        </p:nvSpPr>
        <p:spPr>
          <a:xfrm>
            <a:off x="6529189" y="5451506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64" name="object 664"/>
          <p:cNvGrpSpPr/>
          <p:nvPr/>
        </p:nvGrpSpPr>
        <p:grpSpPr>
          <a:xfrm>
            <a:off x="6657974" y="5448299"/>
            <a:ext cx="1695450" cy="200025"/>
            <a:chOff x="6657974" y="5448299"/>
            <a:chExt cx="1695450" cy="200025"/>
          </a:xfrm>
        </p:grpSpPr>
        <p:sp>
          <p:nvSpPr>
            <p:cNvPr id="665" name="object 665"/>
            <p:cNvSpPr/>
            <p:nvPr/>
          </p:nvSpPr>
          <p:spPr>
            <a:xfrm>
              <a:off x="6657974" y="5448299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666"/>
            <p:cNvSpPr/>
            <p:nvPr/>
          </p:nvSpPr>
          <p:spPr>
            <a:xfrm>
              <a:off x="6657974" y="5638799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7" name="object 667"/>
            <p:cNvSpPr/>
            <p:nvPr/>
          </p:nvSpPr>
          <p:spPr>
            <a:xfrm>
              <a:off x="7429499" y="5448299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8" name="object 668"/>
            <p:cNvSpPr/>
            <p:nvPr/>
          </p:nvSpPr>
          <p:spPr>
            <a:xfrm>
              <a:off x="7429499" y="5638799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9" name="object 669"/>
          <p:cNvSpPr txBox="1"/>
          <p:nvPr/>
        </p:nvSpPr>
        <p:spPr>
          <a:xfrm>
            <a:off x="7300714" y="5451506"/>
            <a:ext cx="47688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47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MNC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70" name="object 670"/>
          <p:cNvGrpSpPr/>
          <p:nvPr/>
        </p:nvGrpSpPr>
        <p:grpSpPr>
          <a:xfrm>
            <a:off x="8353424" y="5448299"/>
            <a:ext cx="3400425" cy="200025"/>
            <a:chOff x="8353424" y="5448299"/>
            <a:chExt cx="3400425" cy="200025"/>
          </a:xfrm>
        </p:grpSpPr>
        <p:sp>
          <p:nvSpPr>
            <p:cNvPr id="671" name="object 671"/>
            <p:cNvSpPr/>
            <p:nvPr/>
          </p:nvSpPr>
          <p:spPr>
            <a:xfrm>
              <a:off x="8353424" y="5448299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672"/>
            <p:cNvSpPr/>
            <p:nvPr/>
          </p:nvSpPr>
          <p:spPr>
            <a:xfrm>
              <a:off x="8353424" y="5638799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3" name="object 673"/>
            <p:cNvSpPr/>
            <p:nvPr/>
          </p:nvSpPr>
          <p:spPr>
            <a:xfrm>
              <a:off x="8401037" y="5519737"/>
              <a:ext cx="43180" cy="47625"/>
            </a:xfrm>
            <a:custGeom>
              <a:avLst/>
              <a:gdLst/>
              <a:ahLst/>
              <a:cxnLst/>
              <a:rect l="l" t="t" r="r" b="b"/>
              <a:pathLst>
                <a:path w="43179" h="47625">
                  <a:moveTo>
                    <a:pt x="42862" y="20662"/>
                  </a:moveTo>
                  <a:lnTo>
                    <a:pt x="22212" y="0"/>
                  </a:lnTo>
                  <a:lnTo>
                    <a:pt x="15900" y="0"/>
                  </a:lnTo>
                  <a:lnTo>
                    <a:pt x="12865" y="609"/>
                  </a:lnTo>
                  <a:lnTo>
                    <a:pt x="7023" y="3022"/>
                  </a:lnTo>
                  <a:lnTo>
                    <a:pt x="4445" y="4749"/>
                  </a:lnTo>
                  <a:lnTo>
                    <a:pt x="0" y="9207"/>
                  </a:lnTo>
                  <a:lnTo>
                    <a:pt x="0" y="38417"/>
                  </a:lnTo>
                  <a:lnTo>
                    <a:pt x="4445" y="42887"/>
                  </a:lnTo>
                  <a:lnTo>
                    <a:pt x="7023" y="44615"/>
                  </a:lnTo>
                  <a:lnTo>
                    <a:pt x="12865" y="47028"/>
                  </a:lnTo>
                  <a:lnTo>
                    <a:pt x="15900" y="47625"/>
                  </a:lnTo>
                  <a:lnTo>
                    <a:pt x="22212" y="47625"/>
                  </a:lnTo>
                  <a:lnTo>
                    <a:pt x="42862" y="26974"/>
                  </a:lnTo>
                  <a:lnTo>
                    <a:pt x="42862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4" name="object 674"/>
            <p:cNvSpPr/>
            <p:nvPr/>
          </p:nvSpPr>
          <p:spPr>
            <a:xfrm>
              <a:off x="10344149" y="5448299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5" name="object 675"/>
            <p:cNvSpPr/>
            <p:nvPr/>
          </p:nvSpPr>
          <p:spPr>
            <a:xfrm>
              <a:off x="10344149" y="5638799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6" name="object 676"/>
          <p:cNvSpPr txBox="1"/>
          <p:nvPr/>
        </p:nvSpPr>
        <p:spPr>
          <a:xfrm>
            <a:off x="11392147" y="54515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79.33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77" name="object 677"/>
          <p:cNvGrpSpPr/>
          <p:nvPr/>
        </p:nvGrpSpPr>
        <p:grpSpPr>
          <a:xfrm>
            <a:off x="2219325" y="5448299"/>
            <a:ext cx="10067925" cy="400050"/>
            <a:chOff x="2219325" y="5448299"/>
            <a:chExt cx="10067925" cy="400050"/>
          </a:xfrm>
        </p:grpSpPr>
        <p:sp>
          <p:nvSpPr>
            <p:cNvPr id="678" name="object 678"/>
            <p:cNvSpPr/>
            <p:nvPr/>
          </p:nvSpPr>
          <p:spPr>
            <a:xfrm>
              <a:off x="11753848" y="5448299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679"/>
            <p:cNvSpPr/>
            <p:nvPr/>
          </p:nvSpPr>
          <p:spPr>
            <a:xfrm>
              <a:off x="11753850" y="563879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0" name="object 680"/>
            <p:cNvSpPr/>
            <p:nvPr/>
          </p:nvSpPr>
          <p:spPr>
            <a:xfrm>
              <a:off x="2219325" y="564832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681"/>
            <p:cNvSpPr/>
            <p:nvPr/>
          </p:nvSpPr>
          <p:spPr>
            <a:xfrm>
              <a:off x="2219325" y="583882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2" name="object 682"/>
          <p:cNvSpPr txBox="1"/>
          <p:nvPr/>
        </p:nvSpPr>
        <p:spPr>
          <a:xfrm>
            <a:off x="2254250" y="5651531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STU01506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83" name="object 683"/>
          <p:cNvGrpSpPr/>
          <p:nvPr/>
        </p:nvGrpSpPr>
        <p:grpSpPr>
          <a:xfrm>
            <a:off x="2905124" y="5643562"/>
            <a:ext cx="685800" cy="209550"/>
            <a:chOff x="2905124" y="5643562"/>
            <a:chExt cx="685800" cy="209550"/>
          </a:xfrm>
        </p:grpSpPr>
        <p:sp>
          <p:nvSpPr>
            <p:cNvPr id="684" name="object 684"/>
            <p:cNvSpPr/>
            <p:nvPr/>
          </p:nvSpPr>
          <p:spPr>
            <a:xfrm>
              <a:off x="2905124" y="564832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5" name="object 685"/>
            <p:cNvSpPr/>
            <p:nvPr/>
          </p:nvSpPr>
          <p:spPr>
            <a:xfrm>
              <a:off x="2905124" y="583882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6" name="object 686"/>
            <p:cNvSpPr/>
            <p:nvPr/>
          </p:nvSpPr>
          <p:spPr>
            <a:xfrm>
              <a:off x="2952749" y="5657849"/>
              <a:ext cx="495300" cy="171450"/>
            </a:xfrm>
            <a:custGeom>
              <a:avLst/>
              <a:gdLst/>
              <a:ahLst/>
              <a:cxnLst/>
              <a:rect l="l" t="t" r="r" b="b"/>
              <a:pathLst>
                <a:path w="495300" h="171450">
                  <a:moveTo>
                    <a:pt x="495299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495299" y="0"/>
                  </a:lnTo>
                  <a:lnTo>
                    <a:pt x="495299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7" name="object 687"/>
            <p:cNvSpPr/>
            <p:nvPr/>
          </p:nvSpPr>
          <p:spPr>
            <a:xfrm>
              <a:off x="2957512" y="5648324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8" name="object 688"/>
          <p:cNvSpPr txBox="1"/>
          <p:nvPr/>
        </p:nvSpPr>
        <p:spPr>
          <a:xfrm>
            <a:off x="3229222" y="56515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28.09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89" name="object 689"/>
          <p:cNvGrpSpPr/>
          <p:nvPr/>
        </p:nvGrpSpPr>
        <p:grpSpPr>
          <a:xfrm>
            <a:off x="3590924" y="5648324"/>
            <a:ext cx="704850" cy="200025"/>
            <a:chOff x="3590924" y="5648324"/>
            <a:chExt cx="704850" cy="200025"/>
          </a:xfrm>
        </p:grpSpPr>
        <p:sp>
          <p:nvSpPr>
            <p:cNvPr id="690" name="object 690"/>
            <p:cNvSpPr/>
            <p:nvPr/>
          </p:nvSpPr>
          <p:spPr>
            <a:xfrm>
              <a:off x="3590924" y="5648324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691"/>
            <p:cNvSpPr/>
            <p:nvPr/>
          </p:nvSpPr>
          <p:spPr>
            <a:xfrm>
              <a:off x="3590924" y="5838824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2" name="object 692"/>
          <p:cNvSpPr txBox="1"/>
          <p:nvPr/>
        </p:nvSpPr>
        <p:spPr>
          <a:xfrm>
            <a:off x="3934073" y="56515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28.09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93" name="object 693"/>
          <p:cNvGrpSpPr/>
          <p:nvPr/>
        </p:nvGrpSpPr>
        <p:grpSpPr>
          <a:xfrm>
            <a:off x="4295774" y="5648324"/>
            <a:ext cx="971550" cy="200025"/>
            <a:chOff x="4295774" y="5648324"/>
            <a:chExt cx="971550" cy="200025"/>
          </a:xfrm>
        </p:grpSpPr>
        <p:sp>
          <p:nvSpPr>
            <p:cNvPr id="694" name="object 694"/>
            <p:cNvSpPr/>
            <p:nvPr/>
          </p:nvSpPr>
          <p:spPr>
            <a:xfrm>
              <a:off x="4295774" y="5648324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5" name="object 695"/>
            <p:cNvSpPr/>
            <p:nvPr/>
          </p:nvSpPr>
          <p:spPr>
            <a:xfrm>
              <a:off x="4295774" y="5838824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6" name="object 696"/>
          <p:cNvSpPr txBox="1"/>
          <p:nvPr/>
        </p:nvSpPr>
        <p:spPr>
          <a:xfrm>
            <a:off x="4837162" y="5651531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97" name="object 697"/>
          <p:cNvGrpSpPr/>
          <p:nvPr/>
        </p:nvGrpSpPr>
        <p:grpSpPr>
          <a:xfrm>
            <a:off x="5267324" y="5648324"/>
            <a:ext cx="1390650" cy="200025"/>
            <a:chOff x="5267324" y="5648324"/>
            <a:chExt cx="1390650" cy="200025"/>
          </a:xfrm>
        </p:grpSpPr>
        <p:sp>
          <p:nvSpPr>
            <p:cNvPr id="698" name="object 698"/>
            <p:cNvSpPr/>
            <p:nvPr/>
          </p:nvSpPr>
          <p:spPr>
            <a:xfrm>
              <a:off x="5267324" y="5648324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699"/>
            <p:cNvSpPr/>
            <p:nvPr/>
          </p:nvSpPr>
          <p:spPr>
            <a:xfrm>
              <a:off x="5267324" y="5838824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0" name="object 700"/>
          <p:cNvSpPr txBox="1"/>
          <p:nvPr/>
        </p:nvSpPr>
        <p:spPr>
          <a:xfrm>
            <a:off x="6529189" y="5651531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01" name="object 701"/>
          <p:cNvGrpSpPr/>
          <p:nvPr/>
        </p:nvGrpSpPr>
        <p:grpSpPr>
          <a:xfrm>
            <a:off x="6657974" y="5648324"/>
            <a:ext cx="1695450" cy="200025"/>
            <a:chOff x="6657974" y="5648324"/>
            <a:chExt cx="1695450" cy="200025"/>
          </a:xfrm>
        </p:grpSpPr>
        <p:sp>
          <p:nvSpPr>
            <p:cNvPr id="702" name="object 702"/>
            <p:cNvSpPr/>
            <p:nvPr/>
          </p:nvSpPr>
          <p:spPr>
            <a:xfrm>
              <a:off x="6657974" y="5648324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3" name="object 703"/>
            <p:cNvSpPr/>
            <p:nvPr/>
          </p:nvSpPr>
          <p:spPr>
            <a:xfrm>
              <a:off x="6657974" y="5838824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4" name="object 704"/>
            <p:cNvSpPr/>
            <p:nvPr/>
          </p:nvSpPr>
          <p:spPr>
            <a:xfrm>
              <a:off x="7429499" y="5648324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5" name="object 705"/>
            <p:cNvSpPr/>
            <p:nvPr/>
          </p:nvSpPr>
          <p:spPr>
            <a:xfrm>
              <a:off x="7429499" y="5838824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6" name="object 706"/>
          <p:cNvSpPr txBox="1"/>
          <p:nvPr/>
        </p:nvSpPr>
        <p:spPr>
          <a:xfrm>
            <a:off x="7300714" y="5651531"/>
            <a:ext cx="9671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120" dirty="0">
                <a:solidFill>
                  <a:srgbClr val="252423"/>
                </a:solidFill>
                <a:latin typeface="Segoe UI"/>
                <a:cs typeface="Segoe UI"/>
              </a:rPr>
              <a:t> 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Service-Based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07" name="object 707"/>
          <p:cNvGrpSpPr/>
          <p:nvPr/>
        </p:nvGrpSpPr>
        <p:grpSpPr>
          <a:xfrm>
            <a:off x="8353424" y="5648324"/>
            <a:ext cx="3400425" cy="200025"/>
            <a:chOff x="8353424" y="5648324"/>
            <a:chExt cx="3400425" cy="200025"/>
          </a:xfrm>
        </p:grpSpPr>
        <p:sp>
          <p:nvSpPr>
            <p:cNvPr id="708" name="object 708"/>
            <p:cNvSpPr/>
            <p:nvPr/>
          </p:nvSpPr>
          <p:spPr>
            <a:xfrm>
              <a:off x="8353424" y="5648324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9" name="object 709"/>
            <p:cNvSpPr/>
            <p:nvPr/>
          </p:nvSpPr>
          <p:spPr>
            <a:xfrm>
              <a:off x="8353424" y="5838824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0" name="object 710"/>
            <p:cNvSpPr/>
            <p:nvPr/>
          </p:nvSpPr>
          <p:spPr>
            <a:xfrm>
              <a:off x="9634525" y="571976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381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711"/>
            <p:cNvSpPr/>
            <p:nvPr/>
          </p:nvSpPr>
          <p:spPr>
            <a:xfrm>
              <a:off x="10344149" y="5648324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2" name="object 712"/>
            <p:cNvSpPr/>
            <p:nvPr/>
          </p:nvSpPr>
          <p:spPr>
            <a:xfrm>
              <a:off x="10344149" y="5838824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3" name="object 713"/>
          <p:cNvSpPr txBox="1"/>
          <p:nvPr/>
        </p:nvSpPr>
        <p:spPr>
          <a:xfrm>
            <a:off x="11392147" y="56515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96.33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14" name="object 714"/>
          <p:cNvGrpSpPr/>
          <p:nvPr/>
        </p:nvGrpSpPr>
        <p:grpSpPr>
          <a:xfrm>
            <a:off x="2219325" y="5648324"/>
            <a:ext cx="10067925" cy="400050"/>
            <a:chOff x="2219325" y="5648324"/>
            <a:chExt cx="10067925" cy="400050"/>
          </a:xfrm>
        </p:grpSpPr>
        <p:sp>
          <p:nvSpPr>
            <p:cNvPr id="715" name="object 715"/>
            <p:cNvSpPr/>
            <p:nvPr/>
          </p:nvSpPr>
          <p:spPr>
            <a:xfrm>
              <a:off x="11753848" y="5648324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6" name="object 716"/>
            <p:cNvSpPr/>
            <p:nvPr/>
          </p:nvSpPr>
          <p:spPr>
            <a:xfrm>
              <a:off x="11753850" y="5838824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717"/>
            <p:cNvSpPr/>
            <p:nvPr/>
          </p:nvSpPr>
          <p:spPr>
            <a:xfrm>
              <a:off x="2219325" y="584834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8" name="object 718"/>
            <p:cNvSpPr/>
            <p:nvPr/>
          </p:nvSpPr>
          <p:spPr>
            <a:xfrm>
              <a:off x="2219325" y="603884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9" name="object 719"/>
          <p:cNvSpPr txBox="1"/>
          <p:nvPr/>
        </p:nvSpPr>
        <p:spPr>
          <a:xfrm>
            <a:off x="2254250" y="5851556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STU00077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20" name="object 720"/>
          <p:cNvGrpSpPr/>
          <p:nvPr/>
        </p:nvGrpSpPr>
        <p:grpSpPr>
          <a:xfrm>
            <a:off x="2905124" y="5843587"/>
            <a:ext cx="685800" cy="209550"/>
            <a:chOff x="2905124" y="5843587"/>
            <a:chExt cx="685800" cy="209550"/>
          </a:xfrm>
        </p:grpSpPr>
        <p:sp>
          <p:nvSpPr>
            <p:cNvPr id="721" name="object 721"/>
            <p:cNvSpPr/>
            <p:nvPr/>
          </p:nvSpPr>
          <p:spPr>
            <a:xfrm>
              <a:off x="2905124" y="584834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2" name="object 722"/>
            <p:cNvSpPr/>
            <p:nvPr/>
          </p:nvSpPr>
          <p:spPr>
            <a:xfrm>
              <a:off x="2905124" y="603884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723"/>
            <p:cNvSpPr/>
            <p:nvPr/>
          </p:nvSpPr>
          <p:spPr>
            <a:xfrm>
              <a:off x="2952749" y="5857874"/>
              <a:ext cx="495300" cy="171450"/>
            </a:xfrm>
            <a:custGeom>
              <a:avLst/>
              <a:gdLst/>
              <a:ahLst/>
              <a:cxnLst/>
              <a:rect l="l" t="t" r="r" b="b"/>
              <a:pathLst>
                <a:path w="495300" h="171450">
                  <a:moveTo>
                    <a:pt x="495299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495299" y="0"/>
                  </a:lnTo>
                  <a:lnTo>
                    <a:pt x="495299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4" name="object 724"/>
            <p:cNvSpPr/>
            <p:nvPr/>
          </p:nvSpPr>
          <p:spPr>
            <a:xfrm>
              <a:off x="2957512" y="5848349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5" name="object 725"/>
          <p:cNvSpPr txBox="1"/>
          <p:nvPr/>
        </p:nvSpPr>
        <p:spPr>
          <a:xfrm>
            <a:off x="3229222" y="58515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28.08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26" name="object 726"/>
          <p:cNvGrpSpPr/>
          <p:nvPr/>
        </p:nvGrpSpPr>
        <p:grpSpPr>
          <a:xfrm>
            <a:off x="3590924" y="5848349"/>
            <a:ext cx="704850" cy="200025"/>
            <a:chOff x="3590924" y="5848349"/>
            <a:chExt cx="704850" cy="200025"/>
          </a:xfrm>
        </p:grpSpPr>
        <p:sp>
          <p:nvSpPr>
            <p:cNvPr id="727" name="object 727"/>
            <p:cNvSpPr/>
            <p:nvPr/>
          </p:nvSpPr>
          <p:spPr>
            <a:xfrm>
              <a:off x="3590924" y="5848349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8" name="object 728"/>
            <p:cNvSpPr/>
            <p:nvPr/>
          </p:nvSpPr>
          <p:spPr>
            <a:xfrm>
              <a:off x="3590924" y="6038849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9" name="object 729"/>
          <p:cNvSpPr txBox="1"/>
          <p:nvPr/>
        </p:nvSpPr>
        <p:spPr>
          <a:xfrm>
            <a:off x="3934073" y="58515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28.08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30" name="object 730"/>
          <p:cNvGrpSpPr/>
          <p:nvPr/>
        </p:nvGrpSpPr>
        <p:grpSpPr>
          <a:xfrm>
            <a:off x="4295774" y="5848349"/>
            <a:ext cx="971550" cy="200025"/>
            <a:chOff x="4295774" y="5848349"/>
            <a:chExt cx="971550" cy="200025"/>
          </a:xfrm>
        </p:grpSpPr>
        <p:sp>
          <p:nvSpPr>
            <p:cNvPr id="731" name="object 731"/>
            <p:cNvSpPr/>
            <p:nvPr/>
          </p:nvSpPr>
          <p:spPr>
            <a:xfrm>
              <a:off x="4295774" y="5848349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2" name="object 732"/>
            <p:cNvSpPr/>
            <p:nvPr/>
          </p:nvSpPr>
          <p:spPr>
            <a:xfrm>
              <a:off x="4295774" y="6038849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3" name="object 733"/>
          <p:cNvSpPr txBox="1"/>
          <p:nvPr/>
        </p:nvSpPr>
        <p:spPr>
          <a:xfrm>
            <a:off x="4837162" y="585155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34" name="object 734"/>
          <p:cNvGrpSpPr/>
          <p:nvPr/>
        </p:nvGrpSpPr>
        <p:grpSpPr>
          <a:xfrm>
            <a:off x="5267324" y="5848349"/>
            <a:ext cx="1390650" cy="200025"/>
            <a:chOff x="5267324" y="5848349"/>
            <a:chExt cx="1390650" cy="200025"/>
          </a:xfrm>
        </p:grpSpPr>
        <p:sp>
          <p:nvSpPr>
            <p:cNvPr id="735" name="object 735"/>
            <p:cNvSpPr/>
            <p:nvPr/>
          </p:nvSpPr>
          <p:spPr>
            <a:xfrm>
              <a:off x="5267324" y="5848349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6" name="object 736"/>
            <p:cNvSpPr/>
            <p:nvPr/>
          </p:nvSpPr>
          <p:spPr>
            <a:xfrm>
              <a:off x="5267324" y="6038849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7" name="object 737"/>
          <p:cNvSpPr txBox="1"/>
          <p:nvPr/>
        </p:nvSpPr>
        <p:spPr>
          <a:xfrm>
            <a:off x="6529189" y="5851556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38" name="object 738"/>
          <p:cNvGrpSpPr/>
          <p:nvPr/>
        </p:nvGrpSpPr>
        <p:grpSpPr>
          <a:xfrm>
            <a:off x="6657974" y="5848349"/>
            <a:ext cx="1695450" cy="200025"/>
            <a:chOff x="6657974" y="5848349"/>
            <a:chExt cx="1695450" cy="200025"/>
          </a:xfrm>
        </p:grpSpPr>
        <p:sp>
          <p:nvSpPr>
            <p:cNvPr id="739" name="object 739"/>
            <p:cNvSpPr/>
            <p:nvPr/>
          </p:nvSpPr>
          <p:spPr>
            <a:xfrm>
              <a:off x="6657974" y="5848349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0" name="object 740"/>
            <p:cNvSpPr/>
            <p:nvPr/>
          </p:nvSpPr>
          <p:spPr>
            <a:xfrm>
              <a:off x="6657974" y="6038849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1" name="object 741"/>
            <p:cNvSpPr/>
            <p:nvPr/>
          </p:nvSpPr>
          <p:spPr>
            <a:xfrm>
              <a:off x="7429499" y="5848349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2" name="object 742"/>
            <p:cNvSpPr/>
            <p:nvPr/>
          </p:nvSpPr>
          <p:spPr>
            <a:xfrm>
              <a:off x="7429499" y="6038849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3" name="object 743"/>
          <p:cNvSpPr txBox="1"/>
          <p:nvPr/>
        </p:nvSpPr>
        <p:spPr>
          <a:xfrm>
            <a:off x="7300714" y="5851556"/>
            <a:ext cx="10102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125" dirty="0">
                <a:solidFill>
                  <a:srgbClr val="252423"/>
                </a:solidFill>
                <a:latin typeface="Segoe UI"/>
                <a:cs typeface="Segoe UI"/>
              </a:rPr>
              <a:t> 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Product-Based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44" name="object 744"/>
          <p:cNvGrpSpPr/>
          <p:nvPr/>
        </p:nvGrpSpPr>
        <p:grpSpPr>
          <a:xfrm>
            <a:off x="8353424" y="5848349"/>
            <a:ext cx="3400425" cy="200025"/>
            <a:chOff x="8353424" y="5848349"/>
            <a:chExt cx="3400425" cy="200025"/>
          </a:xfrm>
        </p:grpSpPr>
        <p:sp>
          <p:nvSpPr>
            <p:cNvPr id="745" name="object 745"/>
            <p:cNvSpPr/>
            <p:nvPr/>
          </p:nvSpPr>
          <p:spPr>
            <a:xfrm>
              <a:off x="8353424" y="5848349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6" name="object 746"/>
            <p:cNvSpPr/>
            <p:nvPr/>
          </p:nvSpPr>
          <p:spPr>
            <a:xfrm>
              <a:off x="8353424" y="6038849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7" name="object 747"/>
            <p:cNvSpPr/>
            <p:nvPr/>
          </p:nvSpPr>
          <p:spPr>
            <a:xfrm>
              <a:off x="9015400" y="591978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381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8" name="object 748"/>
            <p:cNvSpPr/>
            <p:nvPr/>
          </p:nvSpPr>
          <p:spPr>
            <a:xfrm>
              <a:off x="10344149" y="5848349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749"/>
            <p:cNvSpPr/>
            <p:nvPr/>
          </p:nvSpPr>
          <p:spPr>
            <a:xfrm>
              <a:off x="10344149" y="6038849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0" name="object 750"/>
          <p:cNvSpPr txBox="1"/>
          <p:nvPr/>
        </p:nvSpPr>
        <p:spPr>
          <a:xfrm>
            <a:off x="11392147" y="58515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98.67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51" name="object 751"/>
          <p:cNvGrpSpPr/>
          <p:nvPr/>
        </p:nvGrpSpPr>
        <p:grpSpPr>
          <a:xfrm>
            <a:off x="2219325" y="5848349"/>
            <a:ext cx="10067925" cy="400050"/>
            <a:chOff x="2219325" y="5848349"/>
            <a:chExt cx="10067925" cy="400050"/>
          </a:xfrm>
        </p:grpSpPr>
        <p:sp>
          <p:nvSpPr>
            <p:cNvPr id="752" name="object 752"/>
            <p:cNvSpPr/>
            <p:nvPr/>
          </p:nvSpPr>
          <p:spPr>
            <a:xfrm>
              <a:off x="11753848" y="5848349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3" name="object 753"/>
            <p:cNvSpPr/>
            <p:nvPr/>
          </p:nvSpPr>
          <p:spPr>
            <a:xfrm>
              <a:off x="11753850" y="603884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4" name="object 754"/>
            <p:cNvSpPr/>
            <p:nvPr/>
          </p:nvSpPr>
          <p:spPr>
            <a:xfrm>
              <a:off x="2219325" y="604837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5" name="object 755"/>
            <p:cNvSpPr/>
            <p:nvPr/>
          </p:nvSpPr>
          <p:spPr>
            <a:xfrm>
              <a:off x="2219325" y="623887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6" name="object 756"/>
          <p:cNvSpPr txBox="1"/>
          <p:nvPr/>
        </p:nvSpPr>
        <p:spPr>
          <a:xfrm>
            <a:off x="2254250" y="6051581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STU00918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57" name="object 757"/>
          <p:cNvGrpSpPr/>
          <p:nvPr/>
        </p:nvGrpSpPr>
        <p:grpSpPr>
          <a:xfrm>
            <a:off x="2905124" y="6043612"/>
            <a:ext cx="685800" cy="209550"/>
            <a:chOff x="2905124" y="6043612"/>
            <a:chExt cx="685800" cy="209550"/>
          </a:xfrm>
        </p:grpSpPr>
        <p:sp>
          <p:nvSpPr>
            <p:cNvPr id="758" name="object 758"/>
            <p:cNvSpPr/>
            <p:nvPr/>
          </p:nvSpPr>
          <p:spPr>
            <a:xfrm>
              <a:off x="2905124" y="604837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2905124" y="623887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0" name="object 760"/>
            <p:cNvSpPr/>
            <p:nvPr/>
          </p:nvSpPr>
          <p:spPr>
            <a:xfrm>
              <a:off x="2952749" y="6057899"/>
              <a:ext cx="495300" cy="171450"/>
            </a:xfrm>
            <a:custGeom>
              <a:avLst/>
              <a:gdLst/>
              <a:ahLst/>
              <a:cxnLst/>
              <a:rect l="l" t="t" r="r" b="b"/>
              <a:pathLst>
                <a:path w="495300" h="171450">
                  <a:moveTo>
                    <a:pt x="495299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495299" y="0"/>
                  </a:lnTo>
                  <a:lnTo>
                    <a:pt x="495299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1" name="object 761"/>
            <p:cNvSpPr/>
            <p:nvPr/>
          </p:nvSpPr>
          <p:spPr>
            <a:xfrm>
              <a:off x="2957512" y="6048374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2" name="object 762"/>
          <p:cNvSpPr txBox="1"/>
          <p:nvPr/>
        </p:nvSpPr>
        <p:spPr>
          <a:xfrm>
            <a:off x="3229222" y="60515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28.02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63" name="object 763"/>
          <p:cNvGrpSpPr/>
          <p:nvPr/>
        </p:nvGrpSpPr>
        <p:grpSpPr>
          <a:xfrm>
            <a:off x="3590924" y="6048374"/>
            <a:ext cx="704850" cy="200025"/>
            <a:chOff x="3590924" y="6048374"/>
            <a:chExt cx="704850" cy="200025"/>
          </a:xfrm>
        </p:grpSpPr>
        <p:sp>
          <p:nvSpPr>
            <p:cNvPr id="764" name="object 764"/>
            <p:cNvSpPr/>
            <p:nvPr/>
          </p:nvSpPr>
          <p:spPr>
            <a:xfrm>
              <a:off x="3590924" y="6048374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5" name="object 765"/>
            <p:cNvSpPr/>
            <p:nvPr/>
          </p:nvSpPr>
          <p:spPr>
            <a:xfrm>
              <a:off x="3590924" y="6238874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6" name="object 766"/>
          <p:cNvSpPr txBox="1"/>
          <p:nvPr/>
        </p:nvSpPr>
        <p:spPr>
          <a:xfrm>
            <a:off x="3934073" y="60515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28.02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67" name="object 767"/>
          <p:cNvGrpSpPr/>
          <p:nvPr/>
        </p:nvGrpSpPr>
        <p:grpSpPr>
          <a:xfrm>
            <a:off x="4295774" y="6048374"/>
            <a:ext cx="971550" cy="200025"/>
            <a:chOff x="4295774" y="6048374"/>
            <a:chExt cx="971550" cy="200025"/>
          </a:xfrm>
        </p:grpSpPr>
        <p:sp>
          <p:nvSpPr>
            <p:cNvPr id="768" name="object 768"/>
            <p:cNvSpPr/>
            <p:nvPr/>
          </p:nvSpPr>
          <p:spPr>
            <a:xfrm>
              <a:off x="4295774" y="6048374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9" name="object 769"/>
            <p:cNvSpPr/>
            <p:nvPr/>
          </p:nvSpPr>
          <p:spPr>
            <a:xfrm>
              <a:off x="4295774" y="6238874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0" name="object 770"/>
          <p:cNvSpPr txBox="1"/>
          <p:nvPr/>
        </p:nvSpPr>
        <p:spPr>
          <a:xfrm>
            <a:off x="4837162" y="6051581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71" name="object 771"/>
          <p:cNvGrpSpPr/>
          <p:nvPr/>
        </p:nvGrpSpPr>
        <p:grpSpPr>
          <a:xfrm>
            <a:off x="5267324" y="6048374"/>
            <a:ext cx="1390650" cy="200025"/>
            <a:chOff x="5267324" y="6048374"/>
            <a:chExt cx="1390650" cy="200025"/>
          </a:xfrm>
        </p:grpSpPr>
        <p:sp>
          <p:nvSpPr>
            <p:cNvPr id="772" name="object 772"/>
            <p:cNvSpPr/>
            <p:nvPr/>
          </p:nvSpPr>
          <p:spPr>
            <a:xfrm>
              <a:off x="5267324" y="6048374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3" name="object 773"/>
            <p:cNvSpPr/>
            <p:nvPr/>
          </p:nvSpPr>
          <p:spPr>
            <a:xfrm>
              <a:off x="5267324" y="6238874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4" name="object 774"/>
          <p:cNvSpPr txBox="1"/>
          <p:nvPr/>
        </p:nvSpPr>
        <p:spPr>
          <a:xfrm>
            <a:off x="6529189" y="6051581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75" name="object 775"/>
          <p:cNvGrpSpPr/>
          <p:nvPr/>
        </p:nvGrpSpPr>
        <p:grpSpPr>
          <a:xfrm>
            <a:off x="6657974" y="6048374"/>
            <a:ext cx="1695450" cy="200025"/>
            <a:chOff x="6657974" y="6048374"/>
            <a:chExt cx="1695450" cy="200025"/>
          </a:xfrm>
        </p:grpSpPr>
        <p:sp>
          <p:nvSpPr>
            <p:cNvPr id="776" name="object 776"/>
            <p:cNvSpPr/>
            <p:nvPr/>
          </p:nvSpPr>
          <p:spPr>
            <a:xfrm>
              <a:off x="6657974" y="6048374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7" name="object 777"/>
            <p:cNvSpPr/>
            <p:nvPr/>
          </p:nvSpPr>
          <p:spPr>
            <a:xfrm>
              <a:off x="6657974" y="6238874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8" name="object 778"/>
            <p:cNvSpPr/>
            <p:nvPr/>
          </p:nvSpPr>
          <p:spPr>
            <a:xfrm>
              <a:off x="7429499" y="6048374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9" name="object 779"/>
            <p:cNvSpPr/>
            <p:nvPr/>
          </p:nvSpPr>
          <p:spPr>
            <a:xfrm>
              <a:off x="7429499" y="6238874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0" name="object 780"/>
          <p:cNvSpPr txBox="1"/>
          <p:nvPr/>
        </p:nvSpPr>
        <p:spPr>
          <a:xfrm>
            <a:off x="7300714" y="6051581"/>
            <a:ext cx="5943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47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Startup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81" name="object 781"/>
          <p:cNvGrpSpPr/>
          <p:nvPr/>
        </p:nvGrpSpPr>
        <p:grpSpPr>
          <a:xfrm>
            <a:off x="8353424" y="6048374"/>
            <a:ext cx="3400425" cy="200025"/>
            <a:chOff x="8353424" y="6048374"/>
            <a:chExt cx="3400425" cy="200025"/>
          </a:xfrm>
        </p:grpSpPr>
        <p:sp>
          <p:nvSpPr>
            <p:cNvPr id="782" name="object 782"/>
            <p:cNvSpPr/>
            <p:nvPr/>
          </p:nvSpPr>
          <p:spPr>
            <a:xfrm>
              <a:off x="8353424" y="6048374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3" name="object 783"/>
            <p:cNvSpPr/>
            <p:nvPr/>
          </p:nvSpPr>
          <p:spPr>
            <a:xfrm>
              <a:off x="8353424" y="6238874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4" name="object 784"/>
            <p:cNvSpPr/>
            <p:nvPr/>
          </p:nvSpPr>
          <p:spPr>
            <a:xfrm>
              <a:off x="10253662" y="6119812"/>
              <a:ext cx="43180" cy="47625"/>
            </a:xfrm>
            <a:custGeom>
              <a:avLst/>
              <a:gdLst/>
              <a:ahLst/>
              <a:cxnLst/>
              <a:rect l="l" t="t" r="r" b="b"/>
              <a:pathLst>
                <a:path w="43179" h="47625">
                  <a:moveTo>
                    <a:pt x="42862" y="9207"/>
                  </a:moveTo>
                  <a:lnTo>
                    <a:pt x="38417" y="4749"/>
                  </a:lnTo>
                  <a:lnTo>
                    <a:pt x="35839" y="3022"/>
                  </a:lnTo>
                  <a:lnTo>
                    <a:pt x="29997" y="609"/>
                  </a:lnTo>
                  <a:lnTo>
                    <a:pt x="26962" y="0"/>
                  </a:lnTo>
                  <a:lnTo>
                    <a:pt x="20650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50" y="47625"/>
                  </a:lnTo>
                  <a:lnTo>
                    <a:pt x="26962" y="47625"/>
                  </a:lnTo>
                  <a:lnTo>
                    <a:pt x="29997" y="47028"/>
                  </a:lnTo>
                  <a:lnTo>
                    <a:pt x="35839" y="44615"/>
                  </a:lnTo>
                  <a:lnTo>
                    <a:pt x="38417" y="42887"/>
                  </a:lnTo>
                  <a:lnTo>
                    <a:pt x="42862" y="38417"/>
                  </a:lnTo>
                  <a:lnTo>
                    <a:pt x="42862" y="9207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5" name="object 785"/>
            <p:cNvSpPr/>
            <p:nvPr/>
          </p:nvSpPr>
          <p:spPr>
            <a:xfrm>
              <a:off x="10344149" y="6048374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6" name="object 786"/>
            <p:cNvSpPr/>
            <p:nvPr/>
          </p:nvSpPr>
          <p:spPr>
            <a:xfrm>
              <a:off x="10344149" y="6238874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7" name="object 787"/>
          <p:cNvSpPr txBox="1"/>
          <p:nvPr/>
        </p:nvSpPr>
        <p:spPr>
          <a:xfrm>
            <a:off x="11392147" y="605158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95.33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88" name="object 788"/>
          <p:cNvGrpSpPr/>
          <p:nvPr/>
        </p:nvGrpSpPr>
        <p:grpSpPr>
          <a:xfrm>
            <a:off x="2219325" y="6048374"/>
            <a:ext cx="10067925" cy="400050"/>
            <a:chOff x="2219325" y="6048374"/>
            <a:chExt cx="10067925" cy="400050"/>
          </a:xfrm>
        </p:grpSpPr>
        <p:sp>
          <p:nvSpPr>
            <p:cNvPr id="789" name="object 789"/>
            <p:cNvSpPr/>
            <p:nvPr/>
          </p:nvSpPr>
          <p:spPr>
            <a:xfrm>
              <a:off x="11753848" y="6048374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0" name="object 790"/>
            <p:cNvSpPr/>
            <p:nvPr/>
          </p:nvSpPr>
          <p:spPr>
            <a:xfrm>
              <a:off x="11753850" y="6238874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1" name="object 791"/>
            <p:cNvSpPr/>
            <p:nvPr/>
          </p:nvSpPr>
          <p:spPr>
            <a:xfrm>
              <a:off x="2219325" y="624839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2" name="object 792"/>
            <p:cNvSpPr/>
            <p:nvPr/>
          </p:nvSpPr>
          <p:spPr>
            <a:xfrm>
              <a:off x="2219325" y="643889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3" name="object 793"/>
          <p:cNvSpPr txBox="1"/>
          <p:nvPr/>
        </p:nvSpPr>
        <p:spPr>
          <a:xfrm>
            <a:off x="2254250" y="6251606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STU00677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94" name="object 794"/>
          <p:cNvGrpSpPr/>
          <p:nvPr/>
        </p:nvGrpSpPr>
        <p:grpSpPr>
          <a:xfrm>
            <a:off x="2905124" y="6243637"/>
            <a:ext cx="685800" cy="209550"/>
            <a:chOff x="2905124" y="6243637"/>
            <a:chExt cx="685800" cy="209550"/>
          </a:xfrm>
        </p:grpSpPr>
        <p:sp>
          <p:nvSpPr>
            <p:cNvPr id="795" name="object 795"/>
            <p:cNvSpPr/>
            <p:nvPr/>
          </p:nvSpPr>
          <p:spPr>
            <a:xfrm>
              <a:off x="2905124" y="6248399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6" name="object 796"/>
            <p:cNvSpPr/>
            <p:nvPr/>
          </p:nvSpPr>
          <p:spPr>
            <a:xfrm>
              <a:off x="2905124" y="643889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7" name="object 797"/>
            <p:cNvSpPr/>
            <p:nvPr/>
          </p:nvSpPr>
          <p:spPr>
            <a:xfrm>
              <a:off x="2952749" y="6257924"/>
              <a:ext cx="485775" cy="171450"/>
            </a:xfrm>
            <a:custGeom>
              <a:avLst/>
              <a:gdLst/>
              <a:ahLst/>
              <a:cxnLst/>
              <a:rect l="l" t="t" r="r" b="b"/>
              <a:pathLst>
                <a:path w="485775" h="171450">
                  <a:moveTo>
                    <a:pt x="48577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485774" y="0"/>
                  </a:lnTo>
                  <a:lnTo>
                    <a:pt x="485774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8" name="object 798"/>
            <p:cNvSpPr/>
            <p:nvPr/>
          </p:nvSpPr>
          <p:spPr>
            <a:xfrm>
              <a:off x="2957512" y="6248399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9" name="object 799"/>
          <p:cNvSpPr txBox="1"/>
          <p:nvPr/>
        </p:nvSpPr>
        <p:spPr>
          <a:xfrm>
            <a:off x="3229222" y="62516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27.70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00" name="object 800"/>
          <p:cNvGrpSpPr/>
          <p:nvPr/>
        </p:nvGrpSpPr>
        <p:grpSpPr>
          <a:xfrm>
            <a:off x="3590924" y="6248399"/>
            <a:ext cx="704850" cy="200025"/>
            <a:chOff x="3590924" y="6248399"/>
            <a:chExt cx="704850" cy="200025"/>
          </a:xfrm>
        </p:grpSpPr>
        <p:sp>
          <p:nvSpPr>
            <p:cNvPr id="801" name="object 801"/>
            <p:cNvSpPr/>
            <p:nvPr/>
          </p:nvSpPr>
          <p:spPr>
            <a:xfrm>
              <a:off x="3590924" y="6248399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2" name="object 802"/>
            <p:cNvSpPr/>
            <p:nvPr/>
          </p:nvSpPr>
          <p:spPr>
            <a:xfrm>
              <a:off x="3590924" y="6438899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3" name="object 803"/>
          <p:cNvSpPr txBox="1"/>
          <p:nvPr/>
        </p:nvSpPr>
        <p:spPr>
          <a:xfrm>
            <a:off x="3934073" y="62516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27.70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04" name="object 804"/>
          <p:cNvGrpSpPr/>
          <p:nvPr/>
        </p:nvGrpSpPr>
        <p:grpSpPr>
          <a:xfrm>
            <a:off x="4295774" y="6248399"/>
            <a:ext cx="971550" cy="200025"/>
            <a:chOff x="4295774" y="6248399"/>
            <a:chExt cx="971550" cy="200025"/>
          </a:xfrm>
        </p:grpSpPr>
        <p:sp>
          <p:nvSpPr>
            <p:cNvPr id="805" name="object 805"/>
            <p:cNvSpPr/>
            <p:nvPr/>
          </p:nvSpPr>
          <p:spPr>
            <a:xfrm>
              <a:off x="4295774" y="6248399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6" name="object 806"/>
            <p:cNvSpPr/>
            <p:nvPr/>
          </p:nvSpPr>
          <p:spPr>
            <a:xfrm>
              <a:off x="4295774" y="6438899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7" name="object 807"/>
          <p:cNvSpPr txBox="1"/>
          <p:nvPr/>
        </p:nvSpPr>
        <p:spPr>
          <a:xfrm>
            <a:off x="4837162" y="625160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08" name="object 808"/>
          <p:cNvGrpSpPr/>
          <p:nvPr/>
        </p:nvGrpSpPr>
        <p:grpSpPr>
          <a:xfrm>
            <a:off x="5267324" y="6248399"/>
            <a:ext cx="1390650" cy="200025"/>
            <a:chOff x="5267324" y="6248399"/>
            <a:chExt cx="1390650" cy="200025"/>
          </a:xfrm>
        </p:grpSpPr>
        <p:sp>
          <p:nvSpPr>
            <p:cNvPr id="809" name="object 809"/>
            <p:cNvSpPr/>
            <p:nvPr/>
          </p:nvSpPr>
          <p:spPr>
            <a:xfrm>
              <a:off x="5267324" y="6248399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0" name="object 810"/>
            <p:cNvSpPr/>
            <p:nvPr/>
          </p:nvSpPr>
          <p:spPr>
            <a:xfrm>
              <a:off x="5267324" y="6438899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1" name="object 811"/>
          <p:cNvSpPr txBox="1"/>
          <p:nvPr/>
        </p:nvSpPr>
        <p:spPr>
          <a:xfrm>
            <a:off x="6529189" y="6251606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12" name="object 812"/>
          <p:cNvGrpSpPr/>
          <p:nvPr/>
        </p:nvGrpSpPr>
        <p:grpSpPr>
          <a:xfrm>
            <a:off x="6657974" y="6248399"/>
            <a:ext cx="1695450" cy="200025"/>
            <a:chOff x="6657974" y="6248399"/>
            <a:chExt cx="1695450" cy="200025"/>
          </a:xfrm>
        </p:grpSpPr>
        <p:sp>
          <p:nvSpPr>
            <p:cNvPr id="813" name="object 813"/>
            <p:cNvSpPr/>
            <p:nvPr/>
          </p:nvSpPr>
          <p:spPr>
            <a:xfrm>
              <a:off x="6657974" y="6248399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4" name="object 814"/>
            <p:cNvSpPr/>
            <p:nvPr/>
          </p:nvSpPr>
          <p:spPr>
            <a:xfrm>
              <a:off x="6657974" y="6438899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5" name="object 815"/>
            <p:cNvSpPr/>
            <p:nvPr/>
          </p:nvSpPr>
          <p:spPr>
            <a:xfrm>
              <a:off x="7429499" y="6248399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6" name="object 816"/>
            <p:cNvSpPr/>
            <p:nvPr/>
          </p:nvSpPr>
          <p:spPr>
            <a:xfrm>
              <a:off x="7429499" y="6438899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7" name="object 817"/>
          <p:cNvSpPr txBox="1"/>
          <p:nvPr/>
        </p:nvSpPr>
        <p:spPr>
          <a:xfrm>
            <a:off x="7300714" y="6251606"/>
            <a:ext cx="9671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120" dirty="0">
                <a:solidFill>
                  <a:srgbClr val="252423"/>
                </a:solidFill>
                <a:latin typeface="Segoe UI"/>
                <a:cs typeface="Segoe UI"/>
              </a:rPr>
              <a:t> 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Service-Based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18" name="object 818"/>
          <p:cNvGrpSpPr/>
          <p:nvPr/>
        </p:nvGrpSpPr>
        <p:grpSpPr>
          <a:xfrm>
            <a:off x="8353424" y="6248399"/>
            <a:ext cx="3400425" cy="200025"/>
            <a:chOff x="8353424" y="6248399"/>
            <a:chExt cx="3400425" cy="200025"/>
          </a:xfrm>
        </p:grpSpPr>
        <p:sp>
          <p:nvSpPr>
            <p:cNvPr id="819" name="object 819"/>
            <p:cNvSpPr/>
            <p:nvPr/>
          </p:nvSpPr>
          <p:spPr>
            <a:xfrm>
              <a:off x="8353424" y="6248399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0" name="object 820"/>
            <p:cNvSpPr/>
            <p:nvPr/>
          </p:nvSpPr>
          <p:spPr>
            <a:xfrm>
              <a:off x="8353424" y="6438899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1" name="object 821"/>
            <p:cNvSpPr/>
            <p:nvPr/>
          </p:nvSpPr>
          <p:spPr>
            <a:xfrm>
              <a:off x="9634525" y="63198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381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10344149" y="6248399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3" name="object 823"/>
            <p:cNvSpPr/>
            <p:nvPr/>
          </p:nvSpPr>
          <p:spPr>
            <a:xfrm>
              <a:off x="10344149" y="6438899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4" name="object 824"/>
          <p:cNvSpPr txBox="1"/>
          <p:nvPr/>
        </p:nvSpPr>
        <p:spPr>
          <a:xfrm>
            <a:off x="11392147" y="625160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90.33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25" name="object 825"/>
          <p:cNvGrpSpPr/>
          <p:nvPr/>
        </p:nvGrpSpPr>
        <p:grpSpPr>
          <a:xfrm>
            <a:off x="2219325" y="6248399"/>
            <a:ext cx="10067925" cy="400050"/>
            <a:chOff x="2219325" y="6248399"/>
            <a:chExt cx="10067925" cy="400050"/>
          </a:xfrm>
        </p:grpSpPr>
        <p:sp>
          <p:nvSpPr>
            <p:cNvPr id="826" name="object 826"/>
            <p:cNvSpPr/>
            <p:nvPr/>
          </p:nvSpPr>
          <p:spPr>
            <a:xfrm>
              <a:off x="11753848" y="6248399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11753850" y="643889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8" name="object 828"/>
            <p:cNvSpPr/>
            <p:nvPr/>
          </p:nvSpPr>
          <p:spPr>
            <a:xfrm>
              <a:off x="2219325" y="644842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9" name="object 829"/>
            <p:cNvSpPr/>
            <p:nvPr/>
          </p:nvSpPr>
          <p:spPr>
            <a:xfrm>
              <a:off x="2219325" y="663892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0" name="object 830"/>
          <p:cNvSpPr txBox="1"/>
          <p:nvPr/>
        </p:nvSpPr>
        <p:spPr>
          <a:xfrm>
            <a:off x="2254250" y="6451631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STU00949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31" name="object 831"/>
          <p:cNvGrpSpPr/>
          <p:nvPr/>
        </p:nvGrpSpPr>
        <p:grpSpPr>
          <a:xfrm>
            <a:off x="2905124" y="6443662"/>
            <a:ext cx="685800" cy="209550"/>
            <a:chOff x="2905124" y="6443662"/>
            <a:chExt cx="685800" cy="209550"/>
          </a:xfrm>
        </p:grpSpPr>
        <p:sp>
          <p:nvSpPr>
            <p:cNvPr id="832" name="object 832"/>
            <p:cNvSpPr/>
            <p:nvPr/>
          </p:nvSpPr>
          <p:spPr>
            <a:xfrm>
              <a:off x="2905124" y="6448424"/>
              <a:ext cx="685800" cy="200025"/>
            </a:xfrm>
            <a:custGeom>
              <a:avLst/>
              <a:gdLst/>
              <a:ahLst/>
              <a:cxnLst/>
              <a:rect l="l" t="t" r="r" b="b"/>
              <a:pathLst>
                <a:path w="685800" h="200025">
                  <a:moveTo>
                    <a:pt x="6857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3" name="object 833"/>
            <p:cNvSpPr/>
            <p:nvPr/>
          </p:nvSpPr>
          <p:spPr>
            <a:xfrm>
              <a:off x="2905124" y="6638924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799" y="0"/>
                  </a:lnTo>
                  <a:lnTo>
                    <a:pt x="6857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4" name="object 834"/>
            <p:cNvSpPr/>
            <p:nvPr/>
          </p:nvSpPr>
          <p:spPr>
            <a:xfrm>
              <a:off x="2952749" y="6457949"/>
              <a:ext cx="485775" cy="171450"/>
            </a:xfrm>
            <a:custGeom>
              <a:avLst/>
              <a:gdLst/>
              <a:ahLst/>
              <a:cxnLst/>
              <a:rect l="l" t="t" r="r" b="b"/>
              <a:pathLst>
                <a:path w="485775" h="171450">
                  <a:moveTo>
                    <a:pt x="48577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485774" y="0"/>
                  </a:lnTo>
                  <a:lnTo>
                    <a:pt x="485774" y="171449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5" name="object 835"/>
            <p:cNvSpPr/>
            <p:nvPr/>
          </p:nvSpPr>
          <p:spPr>
            <a:xfrm>
              <a:off x="2957512" y="6448424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h="200025">
                  <a:moveTo>
                    <a:pt x="0" y="0"/>
                  </a:moveTo>
                  <a:lnTo>
                    <a:pt x="0" y="20002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6" name="object 836"/>
          <p:cNvSpPr txBox="1"/>
          <p:nvPr/>
        </p:nvSpPr>
        <p:spPr>
          <a:xfrm>
            <a:off x="3229222" y="64516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27.69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37" name="object 837"/>
          <p:cNvGrpSpPr/>
          <p:nvPr/>
        </p:nvGrpSpPr>
        <p:grpSpPr>
          <a:xfrm>
            <a:off x="3590924" y="6448424"/>
            <a:ext cx="704850" cy="200025"/>
            <a:chOff x="3590924" y="6448424"/>
            <a:chExt cx="704850" cy="200025"/>
          </a:xfrm>
        </p:grpSpPr>
        <p:sp>
          <p:nvSpPr>
            <p:cNvPr id="838" name="object 838"/>
            <p:cNvSpPr/>
            <p:nvPr/>
          </p:nvSpPr>
          <p:spPr>
            <a:xfrm>
              <a:off x="3590924" y="6448424"/>
              <a:ext cx="704850" cy="200025"/>
            </a:xfrm>
            <a:custGeom>
              <a:avLst/>
              <a:gdLst/>
              <a:ahLst/>
              <a:cxnLst/>
              <a:rect l="l" t="t" r="r" b="b"/>
              <a:pathLst>
                <a:path w="704850" h="200025">
                  <a:moveTo>
                    <a:pt x="7048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04849" y="0"/>
                  </a:lnTo>
                  <a:lnTo>
                    <a:pt x="7048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9" name="object 839"/>
            <p:cNvSpPr/>
            <p:nvPr/>
          </p:nvSpPr>
          <p:spPr>
            <a:xfrm>
              <a:off x="3590924" y="6638924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49" y="0"/>
                  </a:lnTo>
                  <a:lnTo>
                    <a:pt x="7048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0" name="object 840"/>
          <p:cNvSpPr txBox="1"/>
          <p:nvPr/>
        </p:nvSpPr>
        <p:spPr>
          <a:xfrm>
            <a:off x="3934073" y="64516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27.69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41" name="object 841"/>
          <p:cNvGrpSpPr/>
          <p:nvPr/>
        </p:nvGrpSpPr>
        <p:grpSpPr>
          <a:xfrm>
            <a:off x="4295774" y="6448424"/>
            <a:ext cx="971550" cy="200025"/>
            <a:chOff x="4295774" y="6448424"/>
            <a:chExt cx="971550" cy="200025"/>
          </a:xfrm>
        </p:grpSpPr>
        <p:sp>
          <p:nvSpPr>
            <p:cNvPr id="842" name="object 842"/>
            <p:cNvSpPr/>
            <p:nvPr/>
          </p:nvSpPr>
          <p:spPr>
            <a:xfrm>
              <a:off x="4295774" y="6448424"/>
              <a:ext cx="971550" cy="200025"/>
            </a:xfrm>
            <a:custGeom>
              <a:avLst/>
              <a:gdLst/>
              <a:ahLst/>
              <a:cxnLst/>
              <a:rect l="l" t="t" r="r" b="b"/>
              <a:pathLst>
                <a:path w="971550" h="200025">
                  <a:moveTo>
                    <a:pt x="9715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71549" y="0"/>
                  </a:lnTo>
                  <a:lnTo>
                    <a:pt x="9715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3" name="object 843"/>
            <p:cNvSpPr/>
            <p:nvPr/>
          </p:nvSpPr>
          <p:spPr>
            <a:xfrm>
              <a:off x="4295774" y="6638924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49" y="0"/>
                  </a:lnTo>
                  <a:lnTo>
                    <a:pt x="9715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4" name="object 844"/>
          <p:cNvSpPr txBox="1"/>
          <p:nvPr/>
        </p:nvSpPr>
        <p:spPr>
          <a:xfrm>
            <a:off x="4837162" y="6451631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100.00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45" name="object 845"/>
          <p:cNvGrpSpPr/>
          <p:nvPr/>
        </p:nvGrpSpPr>
        <p:grpSpPr>
          <a:xfrm>
            <a:off x="5267324" y="6448424"/>
            <a:ext cx="1390650" cy="200025"/>
            <a:chOff x="5267324" y="6448424"/>
            <a:chExt cx="1390650" cy="200025"/>
          </a:xfrm>
        </p:grpSpPr>
        <p:sp>
          <p:nvSpPr>
            <p:cNvPr id="846" name="object 846"/>
            <p:cNvSpPr/>
            <p:nvPr/>
          </p:nvSpPr>
          <p:spPr>
            <a:xfrm>
              <a:off x="5267324" y="6448424"/>
              <a:ext cx="1390650" cy="200025"/>
            </a:xfrm>
            <a:custGeom>
              <a:avLst/>
              <a:gdLst/>
              <a:ahLst/>
              <a:cxnLst/>
              <a:rect l="l" t="t" r="r" b="b"/>
              <a:pathLst>
                <a:path w="1390650" h="200025">
                  <a:moveTo>
                    <a:pt x="139064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390649" y="0"/>
                  </a:lnTo>
                  <a:lnTo>
                    <a:pt x="139064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7" name="object 847"/>
            <p:cNvSpPr/>
            <p:nvPr/>
          </p:nvSpPr>
          <p:spPr>
            <a:xfrm>
              <a:off x="5267324" y="6638924"/>
              <a:ext cx="1390650" cy="9525"/>
            </a:xfrm>
            <a:custGeom>
              <a:avLst/>
              <a:gdLst/>
              <a:ahLst/>
              <a:cxnLst/>
              <a:rect l="l" t="t" r="r" b="b"/>
              <a:pathLst>
                <a:path w="1390650" h="9525">
                  <a:moveTo>
                    <a:pt x="0" y="0"/>
                  </a:moveTo>
                  <a:lnTo>
                    <a:pt x="1390649" y="0"/>
                  </a:lnTo>
                  <a:lnTo>
                    <a:pt x="13906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8" name="object 848"/>
          <p:cNvSpPr txBox="1"/>
          <p:nvPr/>
        </p:nvSpPr>
        <p:spPr>
          <a:xfrm>
            <a:off x="6529189" y="6451631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49" name="object 849"/>
          <p:cNvGrpSpPr/>
          <p:nvPr/>
        </p:nvGrpSpPr>
        <p:grpSpPr>
          <a:xfrm>
            <a:off x="6657974" y="6448424"/>
            <a:ext cx="1695450" cy="200025"/>
            <a:chOff x="6657974" y="6448424"/>
            <a:chExt cx="1695450" cy="200025"/>
          </a:xfrm>
        </p:grpSpPr>
        <p:sp>
          <p:nvSpPr>
            <p:cNvPr id="850" name="object 850"/>
            <p:cNvSpPr/>
            <p:nvPr/>
          </p:nvSpPr>
          <p:spPr>
            <a:xfrm>
              <a:off x="6657974" y="6448424"/>
              <a:ext cx="771525" cy="200025"/>
            </a:xfrm>
            <a:custGeom>
              <a:avLst/>
              <a:gdLst/>
              <a:ahLst/>
              <a:cxnLst/>
              <a:rect l="l" t="t" r="r" b="b"/>
              <a:pathLst>
                <a:path w="771525" h="200025">
                  <a:moveTo>
                    <a:pt x="7715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771524" y="0"/>
                  </a:lnTo>
                  <a:lnTo>
                    <a:pt x="7715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1" name="object 851"/>
            <p:cNvSpPr/>
            <p:nvPr/>
          </p:nvSpPr>
          <p:spPr>
            <a:xfrm>
              <a:off x="6657974" y="6638924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4" y="0"/>
                  </a:lnTo>
                  <a:lnTo>
                    <a:pt x="7715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2" name="object 852"/>
            <p:cNvSpPr/>
            <p:nvPr/>
          </p:nvSpPr>
          <p:spPr>
            <a:xfrm>
              <a:off x="7429499" y="6448424"/>
              <a:ext cx="923925" cy="200025"/>
            </a:xfrm>
            <a:custGeom>
              <a:avLst/>
              <a:gdLst/>
              <a:ahLst/>
              <a:cxnLst/>
              <a:rect l="l" t="t" r="r" b="b"/>
              <a:pathLst>
                <a:path w="923925" h="200025">
                  <a:moveTo>
                    <a:pt x="9239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923924" y="0"/>
                  </a:lnTo>
                  <a:lnTo>
                    <a:pt x="9239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3" name="object 853"/>
            <p:cNvSpPr/>
            <p:nvPr/>
          </p:nvSpPr>
          <p:spPr>
            <a:xfrm>
              <a:off x="7429499" y="6638924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4" y="0"/>
                  </a:lnTo>
                  <a:lnTo>
                    <a:pt x="923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4" name="object 854"/>
          <p:cNvSpPr txBox="1"/>
          <p:nvPr/>
        </p:nvSpPr>
        <p:spPr>
          <a:xfrm>
            <a:off x="7300714" y="6451631"/>
            <a:ext cx="10102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125" dirty="0">
                <a:solidFill>
                  <a:srgbClr val="252423"/>
                </a:solidFill>
                <a:latin typeface="Segoe UI"/>
                <a:cs typeface="Segoe UI"/>
              </a:rPr>
              <a:t> 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Product-Based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55" name="object 855"/>
          <p:cNvGrpSpPr/>
          <p:nvPr/>
        </p:nvGrpSpPr>
        <p:grpSpPr>
          <a:xfrm>
            <a:off x="8353424" y="6448424"/>
            <a:ext cx="3400425" cy="200025"/>
            <a:chOff x="8353424" y="6448424"/>
            <a:chExt cx="3400425" cy="200025"/>
          </a:xfrm>
        </p:grpSpPr>
        <p:sp>
          <p:nvSpPr>
            <p:cNvPr id="856" name="object 856"/>
            <p:cNvSpPr/>
            <p:nvPr/>
          </p:nvSpPr>
          <p:spPr>
            <a:xfrm>
              <a:off x="8353424" y="6448424"/>
              <a:ext cx="1990725" cy="200025"/>
            </a:xfrm>
            <a:custGeom>
              <a:avLst/>
              <a:gdLst/>
              <a:ahLst/>
              <a:cxnLst/>
              <a:rect l="l" t="t" r="r" b="b"/>
              <a:pathLst>
                <a:path w="1990725" h="200025">
                  <a:moveTo>
                    <a:pt x="1990724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7" name="object 857"/>
            <p:cNvSpPr/>
            <p:nvPr/>
          </p:nvSpPr>
          <p:spPr>
            <a:xfrm>
              <a:off x="8353424" y="6638924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4" y="0"/>
                  </a:lnTo>
                  <a:lnTo>
                    <a:pt x="19907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8" name="object 858"/>
            <p:cNvSpPr/>
            <p:nvPr/>
          </p:nvSpPr>
          <p:spPr>
            <a:xfrm>
              <a:off x="9015400" y="651986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381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9" name="object 859"/>
            <p:cNvSpPr/>
            <p:nvPr/>
          </p:nvSpPr>
          <p:spPr>
            <a:xfrm>
              <a:off x="10344149" y="6448424"/>
              <a:ext cx="1409700" cy="200025"/>
            </a:xfrm>
            <a:custGeom>
              <a:avLst/>
              <a:gdLst/>
              <a:ahLst/>
              <a:cxnLst/>
              <a:rect l="l" t="t" r="r" b="b"/>
              <a:pathLst>
                <a:path w="1409700" h="200025">
                  <a:moveTo>
                    <a:pt x="1409699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0" name="object 860"/>
            <p:cNvSpPr/>
            <p:nvPr/>
          </p:nvSpPr>
          <p:spPr>
            <a:xfrm>
              <a:off x="10344149" y="6638924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699" y="0"/>
                  </a:lnTo>
                  <a:lnTo>
                    <a:pt x="14096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1" name="object 861"/>
          <p:cNvSpPr txBox="1"/>
          <p:nvPr/>
        </p:nvSpPr>
        <p:spPr>
          <a:xfrm>
            <a:off x="11392147" y="6451631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89.67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62" name="object 862"/>
          <p:cNvGrpSpPr/>
          <p:nvPr/>
        </p:nvGrpSpPr>
        <p:grpSpPr>
          <a:xfrm>
            <a:off x="2219325" y="6448424"/>
            <a:ext cx="10067925" cy="314325"/>
            <a:chOff x="2219325" y="6448424"/>
            <a:chExt cx="10067925" cy="314325"/>
          </a:xfrm>
        </p:grpSpPr>
        <p:sp>
          <p:nvSpPr>
            <p:cNvPr id="863" name="object 863"/>
            <p:cNvSpPr/>
            <p:nvPr/>
          </p:nvSpPr>
          <p:spPr>
            <a:xfrm>
              <a:off x="11753848" y="6448424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533400" y="200024"/>
                  </a:moveTo>
                  <a:lnTo>
                    <a:pt x="0" y="200024"/>
                  </a:lnTo>
                  <a:lnTo>
                    <a:pt x="0" y="0"/>
                  </a:lnTo>
                  <a:lnTo>
                    <a:pt x="533400" y="0"/>
                  </a:lnTo>
                  <a:lnTo>
                    <a:pt x="533400" y="200024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4" name="object 864"/>
            <p:cNvSpPr/>
            <p:nvPr/>
          </p:nvSpPr>
          <p:spPr>
            <a:xfrm>
              <a:off x="11753850" y="6638924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399" y="0"/>
                  </a:lnTo>
                  <a:lnTo>
                    <a:pt x="5333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5" name="object 865"/>
            <p:cNvSpPr/>
            <p:nvPr/>
          </p:nvSpPr>
          <p:spPr>
            <a:xfrm>
              <a:off x="2219325" y="6648449"/>
              <a:ext cx="685800" cy="114300"/>
            </a:xfrm>
            <a:custGeom>
              <a:avLst/>
              <a:gdLst/>
              <a:ahLst/>
              <a:cxnLst/>
              <a:rect l="l" t="t" r="r" b="b"/>
              <a:pathLst>
                <a:path w="685800" h="114300">
                  <a:moveTo>
                    <a:pt x="0" y="0"/>
                  </a:moveTo>
                  <a:lnTo>
                    <a:pt x="685799" y="0"/>
                  </a:lnTo>
                  <a:lnTo>
                    <a:pt x="685799" y="114300"/>
                  </a:lnTo>
                  <a:lnTo>
                    <a:pt x="0" y="114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6" name="object 866"/>
          <p:cNvSpPr txBox="1"/>
          <p:nvPr/>
        </p:nvSpPr>
        <p:spPr>
          <a:xfrm>
            <a:off x="2254250" y="6651656"/>
            <a:ext cx="589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STU00761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67" name="object 867"/>
          <p:cNvGrpSpPr/>
          <p:nvPr/>
        </p:nvGrpSpPr>
        <p:grpSpPr>
          <a:xfrm>
            <a:off x="2905124" y="6643686"/>
            <a:ext cx="685800" cy="119380"/>
            <a:chOff x="2905124" y="6643686"/>
            <a:chExt cx="685800" cy="119380"/>
          </a:xfrm>
        </p:grpSpPr>
        <p:sp>
          <p:nvSpPr>
            <p:cNvPr id="868" name="object 868"/>
            <p:cNvSpPr/>
            <p:nvPr/>
          </p:nvSpPr>
          <p:spPr>
            <a:xfrm>
              <a:off x="2905124" y="6648449"/>
              <a:ext cx="685800" cy="114300"/>
            </a:xfrm>
            <a:custGeom>
              <a:avLst/>
              <a:gdLst/>
              <a:ahLst/>
              <a:cxnLst/>
              <a:rect l="l" t="t" r="r" b="b"/>
              <a:pathLst>
                <a:path w="685800" h="114300">
                  <a:moveTo>
                    <a:pt x="685799" y="114300"/>
                  </a:moveTo>
                  <a:lnTo>
                    <a:pt x="0" y="114300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114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9" name="object 869"/>
            <p:cNvSpPr/>
            <p:nvPr/>
          </p:nvSpPr>
          <p:spPr>
            <a:xfrm>
              <a:off x="2952749" y="6657974"/>
              <a:ext cx="485775" cy="104775"/>
            </a:xfrm>
            <a:custGeom>
              <a:avLst/>
              <a:gdLst/>
              <a:ahLst/>
              <a:cxnLst/>
              <a:rect l="l" t="t" r="r" b="b"/>
              <a:pathLst>
                <a:path w="485775" h="104775">
                  <a:moveTo>
                    <a:pt x="485774" y="104775"/>
                  </a:moveTo>
                  <a:lnTo>
                    <a:pt x="0" y="104775"/>
                  </a:lnTo>
                  <a:lnTo>
                    <a:pt x="0" y="0"/>
                  </a:lnTo>
                  <a:lnTo>
                    <a:pt x="485774" y="0"/>
                  </a:lnTo>
                  <a:lnTo>
                    <a:pt x="485774" y="104775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0" name="object 870"/>
            <p:cNvSpPr/>
            <p:nvPr/>
          </p:nvSpPr>
          <p:spPr>
            <a:xfrm>
              <a:off x="2957512" y="6648449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774"/>
                  </a:lnTo>
                </a:path>
              </a:pathLst>
            </a:custGeom>
            <a:ln w="9524">
              <a:solidFill>
                <a:srgbClr val="252423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1" name="object 871"/>
          <p:cNvSpPr txBox="1"/>
          <p:nvPr/>
        </p:nvSpPr>
        <p:spPr>
          <a:xfrm>
            <a:off x="3229222" y="66516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27</a:t>
            </a:r>
            <a:r>
              <a:rPr sz="1000" spc="-6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63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72" name="object 872"/>
          <p:cNvSpPr/>
          <p:nvPr/>
        </p:nvSpPr>
        <p:spPr>
          <a:xfrm>
            <a:off x="3590924" y="6648449"/>
            <a:ext cx="704850" cy="114300"/>
          </a:xfrm>
          <a:custGeom>
            <a:avLst/>
            <a:gdLst/>
            <a:ahLst/>
            <a:cxnLst/>
            <a:rect l="l" t="t" r="r" b="b"/>
            <a:pathLst>
              <a:path w="704850" h="114300">
                <a:moveTo>
                  <a:pt x="704849" y="114300"/>
                </a:moveTo>
                <a:lnTo>
                  <a:pt x="0" y="114300"/>
                </a:lnTo>
                <a:lnTo>
                  <a:pt x="0" y="0"/>
                </a:lnTo>
                <a:lnTo>
                  <a:pt x="704849" y="0"/>
                </a:lnTo>
                <a:lnTo>
                  <a:pt x="704849" y="1143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3" name="object 873"/>
          <p:cNvSpPr txBox="1"/>
          <p:nvPr/>
        </p:nvSpPr>
        <p:spPr>
          <a:xfrm>
            <a:off x="3934073" y="66516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27</a:t>
            </a:r>
            <a:r>
              <a:rPr sz="1000" spc="-6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63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74" name="object 874"/>
          <p:cNvSpPr/>
          <p:nvPr/>
        </p:nvSpPr>
        <p:spPr>
          <a:xfrm>
            <a:off x="4295774" y="6648449"/>
            <a:ext cx="971550" cy="114300"/>
          </a:xfrm>
          <a:custGeom>
            <a:avLst/>
            <a:gdLst/>
            <a:ahLst/>
            <a:cxnLst/>
            <a:rect l="l" t="t" r="r" b="b"/>
            <a:pathLst>
              <a:path w="971550" h="114300">
                <a:moveTo>
                  <a:pt x="971549" y="114300"/>
                </a:moveTo>
                <a:lnTo>
                  <a:pt x="0" y="114300"/>
                </a:lnTo>
                <a:lnTo>
                  <a:pt x="0" y="0"/>
                </a:lnTo>
                <a:lnTo>
                  <a:pt x="971549" y="0"/>
                </a:lnTo>
                <a:lnTo>
                  <a:pt x="971549" y="1143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5" name="object 875"/>
          <p:cNvSpPr txBox="1"/>
          <p:nvPr/>
        </p:nvSpPr>
        <p:spPr>
          <a:xfrm>
            <a:off x="4837162" y="6651656"/>
            <a:ext cx="395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100</a:t>
            </a:r>
            <a:r>
              <a:rPr sz="1000" spc="-6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00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76" name="object 876"/>
          <p:cNvSpPr/>
          <p:nvPr/>
        </p:nvSpPr>
        <p:spPr>
          <a:xfrm>
            <a:off x="5267324" y="6648449"/>
            <a:ext cx="1390650" cy="114300"/>
          </a:xfrm>
          <a:custGeom>
            <a:avLst/>
            <a:gdLst/>
            <a:ahLst/>
            <a:cxnLst/>
            <a:rect l="l" t="t" r="r" b="b"/>
            <a:pathLst>
              <a:path w="1390650" h="114300">
                <a:moveTo>
                  <a:pt x="1390649" y="114300"/>
                </a:moveTo>
                <a:lnTo>
                  <a:pt x="0" y="114300"/>
                </a:lnTo>
                <a:lnTo>
                  <a:pt x="0" y="0"/>
                </a:lnTo>
                <a:lnTo>
                  <a:pt x="1390649" y="0"/>
                </a:lnTo>
                <a:lnTo>
                  <a:pt x="1390649" y="1143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7" name="object 877"/>
          <p:cNvSpPr txBox="1"/>
          <p:nvPr/>
        </p:nvSpPr>
        <p:spPr>
          <a:xfrm>
            <a:off x="6529189" y="6651656"/>
            <a:ext cx="93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78" name="object 878"/>
          <p:cNvSpPr/>
          <p:nvPr/>
        </p:nvSpPr>
        <p:spPr>
          <a:xfrm>
            <a:off x="6657962" y="6648450"/>
            <a:ext cx="1695450" cy="114300"/>
          </a:xfrm>
          <a:custGeom>
            <a:avLst/>
            <a:gdLst/>
            <a:ahLst/>
            <a:cxnLst/>
            <a:rect l="l" t="t" r="r" b="b"/>
            <a:pathLst>
              <a:path w="1695450" h="114300">
                <a:moveTo>
                  <a:pt x="1695450" y="0"/>
                </a:moveTo>
                <a:lnTo>
                  <a:pt x="771525" y="0"/>
                </a:lnTo>
                <a:lnTo>
                  <a:pt x="0" y="0"/>
                </a:lnTo>
                <a:lnTo>
                  <a:pt x="0" y="114300"/>
                </a:lnTo>
                <a:lnTo>
                  <a:pt x="771525" y="114300"/>
                </a:lnTo>
                <a:lnTo>
                  <a:pt x="1695450" y="114300"/>
                </a:lnTo>
                <a:lnTo>
                  <a:pt x="1695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9" name="object 879"/>
          <p:cNvSpPr txBox="1"/>
          <p:nvPr/>
        </p:nvSpPr>
        <p:spPr>
          <a:xfrm>
            <a:off x="7300714" y="6651656"/>
            <a:ext cx="9671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1</a:t>
            </a:r>
            <a:r>
              <a:rPr sz="1000" spc="120" dirty="0">
                <a:solidFill>
                  <a:srgbClr val="252423"/>
                </a:solidFill>
                <a:latin typeface="Segoe UI"/>
                <a:cs typeface="Segoe UI"/>
              </a:rPr>
              <a:t>  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Service-Based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80" name="object 880"/>
          <p:cNvGrpSpPr/>
          <p:nvPr/>
        </p:nvGrpSpPr>
        <p:grpSpPr>
          <a:xfrm>
            <a:off x="8353424" y="6648449"/>
            <a:ext cx="3400425" cy="114300"/>
            <a:chOff x="8353424" y="6648449"/>
            <a:chExt cx="3400425" cy="114300"/>
          </a:xfrm>
        </p:grpSpPr>
        <p:sp>
          <p:nvSpPr>
            <p:cNvPr id="881" name="object 881"/>
            <p:cNvSpPr/>
            <p:nvPr/>
          </p:nvSpPr>
          <p:spPr>
            <a:xfrm>
              <a:off x="8353424" y="6648449"/>
              <a:ext cx="1990725" cy="114300"/>
            </a:xfrm>
            <a:custGeom>
              <a:avLst/>
              <a:gdLst/>
              <a:ahLst/>
              <a:cxnLst/>
              <a:rect l="l" t="t" r="r" b="b"/>
              <a:pathLst>
                <a:path w="1990725" h="114300">
                  <a:moveTo>
                    <a:pt x="1990724" y="114300"/>
                  </a:moveTo>
                  <a:lnTo>
                    <a:pt x="0" y="114300"/>
                  </a:lnTo>
                  <a:lnTo>
                    <a:pt x="0" y="0"/>
                  </a:lnTo>
                  <a:lnTo>
                    <a:pt x="1990724" y="0"/>
                  </a:lnTo>
                  <a:lnTo>
                    <a:pt x="1990724" y="114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2" name="object 882"/>
            <p:cNvSpPr/>
            <p:nvPr/>
          </p:nvSpPr>
          <p:spPr>
            <a:xfrm>
              <a:off x="9634525" y="6719887"/>
              <a:ext cx="47625" cy="43180"/>
            </a:xfrm>
            <a:custGeom>
              <a:avLst/>
              <a:gdLst/>
              <a:ahLst/>
              <a:cxnLst/>
              <a:rect l="l" t="t" r="r" b="b"/>
              <a:pathLst>
                <a:path w="47625" h="43179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609" y="30010"/>
                  </a:lnTo>
                  <a:lnTo>
                    <a:pt x="3022" y="35852"/>
                  </a:lnTo>
                  <a:lnTo>
                    <a:pt x="4749" y="38417"/>
                  </a:lnTo>
                  <a:lnTo>
                    <a:pt x="9207" y="42862"/>
                  </a:lnTo>
                  <a:lnTo>
                    <a:pt x="38417" y="42862"/>
                  </a:lnTo>
                  <a:lnTo>
                    <a:pt x="42887" y="38417"/>
                  </a:lnTo>
                  <a:lnTo>
                    <a:pt x="44615" y="35852"/>
                  </a:lnTo>
                  <a:lnTo>
                    <a:pt x="47028" y="30010"/>
                  </a:lnTo>
                  <a:lnTo>
                    <a:pt x="47625" y="26974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3" name="object 883"/>
            <p:cNvSpPr/>
            <p:nvPr/>
          </p:nvSpPr>
          <p:spPr>
            <a:xfrm>
              <a:off x="10344149" y="6648449"/>
              <a:ext cx="1409700" cy="114300"/>
            </a:xfrm>
            <a:custGeom>
              <a:avLst/>
              <a:gdLst/>
              <a:ahLst/>
              <a:cxnLst/>
              <a:rect l="l" t="t" r="r" b="b"/>
              <a:pathLst>
                <a:path w="1409700" h="114300">
                  <a:moveTo>
                    <a:pt x="1409699" y="114300"/>
                  </a:moveTo>
                  <a:lnTo>
                    <a:pt x="0" y="114300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114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4" name="object 884"/>
          <p:cNvSpPr txBox="1"/>
          <p:nvPr/>
        </p:nvSpPr>
        <p:spPr>
          <a:xfrm>
            <a:off x="11392147" y="6651656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96</a:t>
            </a:r>
            <a:r>
              <a:rPr sz="1000" spc="-6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33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85" name="object 885"/>
          <p:cNvGrpSpPr/>
          <p:nvPr/>
        </p:nvGrpSpPr>
        <p:grpSpPr>
          <a:xfrm>
            <a:off x="2219324" y="6648449"/>
            <a:ext cx="10067925" cy="123825"/>
            <a:chOff x="2219324" y="6648449"/>
            <a:chExt cx="10067925" cy="123825"/>
          </a:xfrm>
        </p:grpSpPr>
        <p:sp>
          <p:nvSpPr>
            <p:cNvPr id="886" name="object 886"/>
            <p:cNvSpPr/>
            <p:nvPr/>
          </p:nvSpPr>
          <p:spPr>
            <a:xfrm>
              <a:off x="11753849" y="6648449"/>
              <a:ext cx="533400" cy="114300"/>
            </a:xfrm>
            <a:custGeom>
              <a:avLst/>
              <a:gdLst/>
              <a:ahLst/>
              <a:cxnLst/>
              <a:rect l="l" t="t" r="r" b="b"/>
              <a:pathLst>
                <a:path w="533400" h="114300">
                  <a:moveTo>
                    <a:pt x="0" y="114300"/>
                  </a:moveTo>
                  <a:lnTo>
                    <a:pt x="0" y="0"/>
                  </a:lnTo>
                  <a:lnTo>
                    <a:pt x="533400" y="0"/>
                  </a:lnTo>
                  <a:lnTo>
                    <a:pt x="5334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7" name="object 887"/>
            <p:cNvSpPr/>
            <p:nvPr/>
          </p:nvSpPr>
          <p:spPr>
            <a:xfrm>
              <a:off x="2219324" y="6762749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6857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9524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8" name="object 888"/>
          <p:cNvSpPr txBox="1"/>
          <p:nvPr/>
        </p:nvSpPr>
        <p:spPr>
          <a:xfrm>
            <a:off x="2254250" y="6775481"/>
            <a:ext cx="3200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252423"/>
                </a:solidFill>
                <a:latin typeface="Segoe UI"/>
                <a:cs typeface="Segoe UI"/>
              </a:rPr>
              <a:t>Total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89" name="object 889"/>
          <p:cNvSpPr/>
          <p:nvPr/>
        </p:nvSpPr>
        <p:spPr>
          <a:xfrm>
            <a:off x="2905124" y="6762749"/>
            <a:ext cx="685800" cy="9525"/>
          </a:xfrm>
          <a:custGeom>
            <a:avLst/>
            <a:gdLst/>
            <a:ahLst/>
            <a:cxnLst/>
            <a:rect l="l" t="t" r="r" b="b"/>
            <a:pathLst>
              <a:path w="685800" h="9525">
                <a:moveTo>
                  <a:pt x="685799" y="9524"/>
                </a:moveTo>
                <a:lnTo>
                  <a:pt x="0" y="9524"/>
                </a:lnTo>
                <a:lnTo>
                  <a:pt x="0" y="0"/>
                </a:lnTo>
                <a:lnTo>
                  <a:pt x="685799" y="0"/>
                </a:lnTo>
                <a:lnTo>
                  <a:pt x="685799" y="9524"/>
                </a:lnTo>
                <a:close/>
              </a:path>
            </a:pathLst>
          </a:custGeom>
          <a:solidFill>
            <a:srgbClr val="814F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0" name="object 890"/>
          <p:cNvSpPr txBox="1"/>
          <p:nvPr/>
        </p:nvSpPr>
        <p:spPr>
          <a:xfrm>
            <a:off x="3203922" y="6775481"/>
            <a:ext cx="3524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252423"/>
                </a:solidFill>
                <a:latin typeface="Segoe UI"/>
                <a:cs typeface="Segoe UI"/>
              </a:rPr>
              <a:t>18.93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91" name="object 891"/>
          <p:cNvSpPr/>
          <p:nvPr/>
        </p:nvSpPr>
        <p:spPr>
          <a:xfrm>
            <a:off x="3590924" y="6762749"/>
            <a:ext cx="704850" cy="9525"/>
          </a:xfrm>
          <a:custGeom>
            <a:avLst/>
            <a:gdLst/>
            <a:ahLst/>
            <a:cxnLst/>
            <a:rect l="l" t="t" r="r" b="b"/>
            <a:pathLst>
              <a:path w="704850" h="9525">
                <a:moveTo>
                  <a:pt x="704849" y="9524"/>
                </a:moveTo>
                <a:lnTo>
                  <a:pt x="0" y="9524"/>
                </a:lnTo>
                <a:lnTo>
                  <a:pt x="0" y="0"/>
                </a:lnTo>
                <a:lnTo>
                  <a:pt x="704849" y="0"/>
                </a:lnTo>
                <a:lnTo>
                  <a:pt x="704849" y="9524"/>
                </a:lnTo>
                <a:close/>
              </a:path>
            </a:pathLst>
          </a:custGeom>
          <a:solidFill>
            <a:srgbClr val="814F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2" name="object 892"/>
          <p:cNvSpPr txBox="1"/>
          <p:nvPr/>
        </p:nvSpPr>
        <p:spPr>
          <a:xfrm>
            <a:off x="3908772" y="6775481"/>
            <a:ext cx="3524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252423"/>
                </a:solidFill>
                <a:latin typeface="Segoe UI"/>
                <a:cs typeface="Segoe UI"/>
              </a:rPr>
              <a:t>33.44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93" name="object 893"/>
          <p:cNvSpPr/>
          <p:nvPr/>
        </p:nvSpPr>
        <p:spPr>
          <a:xfrm>
            <a:off x="4295774" y="6762749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971549" y="9524"/>
                </a:moveTo>
                <a:lnTo>
                  <a:pt x="0" y="9524"/>
                </a:lnTo>
                <a:lnTo>
                  <a:pt x="0" y="0"/>
                </a:lnTo>
                <a:lnTo>
                  <a:pt x="971549" y="0"/>
                </a:lnTo>
                <a:lnTo>
                  <a:pt x="971549" y="9524"/>
                </a:lnTo>
                <a:close/>
              </a:path>
            </a:pathLst>
          </a:custGeom>
          <a:solidFill>
            <a:srgbClr val="814F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4" name="object 894"/>
          <p:cNvSpPr txBox="1"/>
          <p:nvPr/>
        </p:nvSpPr>
        <p:spPr>
          <a:xfrm>
            <a:off x="4880322" y="6775481"/>
            <a:ext cx="3524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252423"/>
                </a:solidFill>
                <a:latin typeface="Segoe UI"/>
                <a:cs typeface="Segoe UI"/>
              </a:rPr>
              <a:t>98.36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95" name="object 895"/>
          <p:cNvSpPr/>
          <p:nvPr/>
        </p:nvSpPr>
        <p:spPr>
          <a:xfrm>
            <a:off x="5267324" y="6762749"/>
            <a:ext cx="1390650" cy="9525"/>
          </a:xfrm>
          <a:custGeom>
            <a:avLst/>
            <a:gdLst/>
            <a:ahLst/>
            <a:cxnLst/>
            <a:rect l="l" t="t" r="r" b="b"/>
            <a:pathLst>
              <a:path w="1390650" h="9525">
                <a:moveTo>
                  <a:pt x="1390649" y="9524"/>
                </a:moveTo>
                <a:lnTo>
                  <a:pt x="0" y="9524"/>
                </a:lnTo>
                <a:lnTo>
                  <a:pt x="0" y="0"/>
                </a:lnTo>
                <a:lnTo>
                  <a:pt x="1390649" y="0"/>
                </a:lnTo>
                <a:lnTo>
                  <a:pt x="1390649" y="9524"/>
                </a:lnTo>
                <a:close/>
              </a:path>
            </a:pathLst>
          </a:custGeom>
          <a:solidFill>
            <a:srgbClr val="814F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6" name="object 896"/>
          <p:cNvSpPr txBox="1"/>
          <p:nvPr/>
        </p:nvSpPr>
        <p:spPr>
          <a:xfrm>
            <a:off x="6305500" y="6775481"/>
            <a:ext cx="3181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252423"/>
                </a:solidFill>
                <a:latin typeface="Segoe UI"/>
                <a:cs typeface="Segoe UI"/>
              </a:rPr>
              <a:t>1921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97" name="object 897"/>
          <p:cNvSpPr/>
          <p:nvPr/>
        </p:nvSpPr>
        <p:spPr>
          <a:xfrm>
            <a:off x="6657975" y="6762749"/>
            <a:ext cx="771525" cy="9525"/>
          </a:xfrm>
          <a:custGeom>
            <a:avLst/>
            <a:gdLst/>
            <a:ahLst/>
            <a:cxnLst/>
            <a:rect l="l" t="t" r="r" b="b"/>
            <a:pathLst>
              <a:path w="771525" h="9525">
                <a:moveTo>
                  <a:pt x="771524" y="9524"/>
                </a:moveTo>
                <a:lnTo>
                  <a:pt x="0" y="9524"/>
                </a:lnTo>
                <a:lnTo>
                  <a:pt x="0" y="0"/>
                </a:lnTo>
                <a:lnTo>
                  <a:pt x="771524" y="0"/>
                </a:lnTo>
                <a:lnTo>
                  <a:pt x="771524" y="9524"/>
                </a:lnTo>
                <a:close/>
              </a:path>
            </a:pathLst>
          </a:custGeom>
          <a:solidFill>
            <a:srgbClr val="814F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8" name="object 898"/>
          <p:cNvSpPr txBox="1"/>
          <p:nvPr/>
        </p:nvSpPr>
        <p:spPr>
          <a:xfrm>
            <a:off x="7077025" y="6775481"/>
            <a:ext cx="3181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252423"/>
                </a:solidFill>
                <a:latin typeface="Segoe UI"/>
                <a:cs typeface="Segoe UI"/>
              </a:rPr>
              <a:t>1921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99" name="object 899"/>
          <p:cNvGrpSpPr/>
          <p:nvPr/>
        </p:nvGrpSpPr>
        <p:grpSpPr>
          <a:xfrm>
            <a:off x="7429500" y="6762749"/>
            <a:ext cx="4324350" cy="109855"/>
            <a:chOff x="7429500" y="6762749"/>
            <a:chExt cx="4324350" cy="109855"/>
          </a:xfrm>
        </p:grpSpPr>
        <p:sp>
          <p:nvSpPr>
            <p:cNvPr id="900" name="object 900"/>
            <p:cNvSpPr/>
            <p:nvPr/>
          </p:nvSpPr>
          <p:spPr>
            <a:xfrm>
              <a:off x="7429487" y="6762749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2914650" y="0"/>
                  </a:moveTo>
                  <a:lnTo>
                    <a:pt x="92392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923925" y="9525"/>
                  </a:lnTo>
                  <a:lnTo>
                    <a:pt x="2914650" y="9525"/>
                  </a:lnTo>
                  <a:lnTo>
                    <a:pt x="2914650" y="0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1" name="object 901"/>
            <p:cNvSpPr/>
            <p:nvPr/>
          </p:nvSpPr>
          <p:spPr>
            <a:xfrm>
              <a:off x="8420100" y="6867524"/>
              <a:ext cx="1857375" cy="0"/>
            </a:xfrm>
            <a:custGeom>
              <a:avLst/>
              <a:gdLst/>
              <a:ahLst/>
              <a:cxnLst/>
              <a:rect l="l" t="t" r="r" b="b"/>
              <a:pathLst>
                <a:path w="1857375">
                  <a:moveTo>
                    <a:pt x="0" y="0"/>
                  </a:moveTo>
                  <a:lnTo>
                    <a:pt x="619124" y="0"/>
                  </a:lnTo>
                  <a:lnTo>
                    <a:pt x="1238249" y="0"/>
                  </a:lnTo>
                  <a:lnTo>
                    <a:pt x="1857374" y="0"/>
                  </a:lnTo>
                </a:path>
              </a:pathLst>
            </a:custGeom>
            <a:ln w="9524">
              <a:solidFill>
                <a:srgbClr val="814F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2" name="object 902"/>
            <p:cNvSpPr/>
            <p:nvPr/>
          </p:nvSpPr>
          <p:spPr>
            <a:xfrm>
              <a:off x="10344150" y="6762749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14096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9524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3" name="object 903"/>
          <p:cNvSpPr txBox="1"/>
          <p:nvPr/>
        </p:nvSpPr>
        <p:spPr>
          <a:xfrm>
            <a:off x="11005938" y="6775481"/>
            <a:ext cx="7131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252423"/>
                </a:solidFill>
                <a:latin typeface="Segoe UI"/>
                <a:cs typeface="Segoe UI"/>
              </a:rPr>
              <a:t>1,65,600.00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904" name="object 904"/>
          <p:cNvGrpSpPr/>
          <p:nvPr/>
        </p:nvGrpSpPr>
        <p:grpSpPr>
          <a:xfrm>
            <a:off x="2219324" y="1971675"/>
            <a:ext cx="10153650" cy="5076825"/>
            <a:chOff x="2219324" y="1971675"/>
            <a:chExt cx="10153650" cy="5076825"/>
          </a:xfrm>
        </p:grpSpPr>
        <p:sp>
          <p:nvSpPr>
            <p:cNvPr id="905" name="object 905"/>
            <p:cNvSpPr/>
            <p:nvPr/>
          </p:nvSpPr>
          <p:spPr>
            <a:xfrm>
              <a:off x="11753849" y="676274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3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33399" y="0"/>
                  </a:lnTo>
                  <a:lnTo>
                    <a:pt x="533399" y="9524"/>
                  </a:lnTo>
                  <a:close/>
                </a:path>
              </a:pathLst>
            </a:custGeom>
            <a:solidFill>
              <a:srgbClr val="814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6" name="object 906"/>
            <p:cNvSpPr/>
            <p:nvPr/>
          </p:nvSpPr>
          <p:spPr>
            <a:xfrm>
              <a:off x="2219324" y="6962774"/>
              <a:ext cx="10067925" cy="85725"/>
            </a:xfrm>
            <a:custGeom>
              <a:avLst/>
              <a:gdLst/>
              <a:ahLst/>
              <a:cxnLst/>
              <a:rect l="l" t="t" r="r" b="b"/>
              <a:pathLst>
                <a:path w="10067925" h="85725">
                  <a:moveTo>
                    <a:pt x="10030745" y="85724"/>
                  </a:moveTo>
                  <a:lnTo>
                    <a:pt x="37178" y="85724"/>
                  </a:lnTo>
                  <a:lnTo>
                    <a:pt x="31710" y="84637"/>
                  </a:lnTo>
                  <a:lnTo>
                    <a:pt x="1087" y="54013"/>
                  </a:lnTo>
                  <a:lnTo>
                    <a:pt x="0" y="48546"/>
                  </a:lnTo>
                  <a:lnTo>
                    <a:pt x="0" y="42862"/>
                  </a:lnTo>
                  <a:lnTo>
                    <a:pt x="0" y="37177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10030745" y="0"/>
                  </a:lnTo>
                  <a:lnTo>
                    <a:pt x="10062485" y="21207"/>
                  </a:lnTo>
                  <a:lnTo>
                    <a:pt x="10067923" y="37177"/>
                  </a:lnTo>
                  <a:lnTo>
                    <a:pt x="10067923" y="48546"/>
                  </a:lnTo>
                  <a:lnTo>
                    <a:pt x="10046715" y="80286"/>
                  </a:lnTo>
                  <a:lnTo>
                    <a:pt x="10036212" y="84637"/>
                  </a:lnTo>
                  <a:lnTo>
                    <a:pt x="10030745" y="85724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7" name="object 907"/>
            <p:cNvSpPr/>
            <p:nvPr/>
          </p:nvSpPr>
          <p:spPr>
            <a:xfrm>
              <a:off x="2224087" y="6967537"/>
              <a:ext cx="8353425" cy="76200"/>
            </a:xfrm>
            <a:custGeom>
              <a:avLst/>
              <a:gdLst/>
              <a:ahLst/>
              <a:cxnLst/>
              <a:rect l="l" t="t" r="r" b="b"/>
              <a:pathLst>
                <a:path w="8353425" h="76200">
                  <a:moveTo>
                    <a:pt x="8320376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8320376" y="0"/>
                  </a:lnTo>
                  <a:lnTo>
                    <a:pt x="8352456" y="28187"/>
                  </a:lnTo>
                  <a:lnTo>
                    <a:pt x="8353423" y="33047"/>
                  </a:lnTo>
                  <a:lnTo>
                    <a:pt x="8353423" y="43152"/>
                  </a:lnTo>
                  <a:lnTo>
                    <a:pt x="8325235" y="75233"/>
                  </a:lnTo>
                  <a:lnTo>
                    <a:pt x="8320376" y="76199"/>
                  </a:lnTo>
                  <a:close/>
                </a:path>
              </a:pathLst>
            </a:custGeom>
            <a:solidFill>
              <a:srgbClr val="605D5C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8" name="object 908"/>
            <p:cNvSpPr/>
            <p:nvPr/>
          </p:nvSpPr>
          <p:spPr>
            <a:xfrm>
              <a:off x="2224087" y="6967537"/>
              <a:ext cx="8353425" cy="76200"/>
            </a:xfrm>
            <a:custGeom>
              <a:avLst/>
              <a:gdLst/>
              <a:ahLst/>
              <a:cxnLst/>
              <a:rect l="l" t="t" r="r" b="b"/>
              <a:pathLst>
                <a:path w="8353425" h="76200">
                  <a:moveTo>
                    <a:pt x="0" y="38099"/>
                  </a:moveTo>
                  <a:lnTo>
                    <a:pt x="0" y="33047"/>
                  </a:lnTo>
                  <a:lnTo>
                    <a:pt x="966" y="28187"/>
                  </a:lnTo>
                  <a:lnTo>
                    <a:pt x="2900" y="23519"/>
                  </a:lnTo>
                  <a:lnTo>
                    <a:pt x="4833" y="18851"/>
                  </a:lnTo>
                  <a:lnTo>
                    <a:pt x="7586" y="14731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8315324" y="0"/>
                  </a:lnTo>
                  <a:lnTo>
                    <a:pt x="8320376" y="0"/>
                  </a:lnTo>
                  <a:lnTo>
                    <a:pt x="8325235" y="966"/>
                  </a:lnTo>
                  <a:lnTo>
                    <a:pt x="8329903" y="2900"/>
                  </a:lnTo>
                  <a:lnTo>
                    <a:pt x="8334571" y="4833"/>
                  </a:lnTo>
                  <a:lnTo>
                    <a:pt x="8338692" y="7586"/>
                  </a:lnTo>
                  <a:lnTo>
                    <a:pt x="8342264" y="11159"/>
                  </a:lnTo>
                  <a:lnTo>
                    <a:pt x="8345837" y="14731"/>
                  </a:lnTo>
                  <a:lnTo>
                    <a:pt x="8348589" y="18851"/>
                  </a:lnTo>
                  <a:lnTo>
                    <a:pt x="8350522" y="23519"/>
                  </a:lnTo>
                  <a:lnTo>
                    <a:pt x="8352456" y="28187"/>
                  </a:lnTo>
                  <a:lnTo>
                    <a:pt x="8353423" y="33047"/>
                  </a:lnTo>
                  <a:lnTo>
                    <a:pt x="8353424" y="38099"/>
                  </a:lnTo>
                  <a:lnTo>
                    <a:pt x="8353423" y="43152"/>
                  </a:lnTo>
                  <a:lnTo>
                    <a:pt x="8352456" y="48012"/>
                  </a:lnTo>
                  <a:lnTo>
                    <a:pt x="8350523" y="52680"/>
                  </a:lnTo>
                  <a:lnTo>
                    <a:pt x="8348589" y="57348"/>
                  </a:lnTo>
                  <a:lnTo>
                    <a:pt x="8329903" y="73299"/>
                  </a:lnTo>
                  <a:lnTo>
                    <a:pt x="8325235" y="75233"/>
                  </a:lnTo>
                  <a:lnTo>
                    <a:pt x="8320376" y="76199"/>
                  </a:lnTo>
                  <a:lnTo>
                    <a:pt x="8315324" y="76199"/>
                  </a:lnTo>
                  <a:lnTo>
                    <a:pt x="38099" y="76199"/>
                  </a:lnTo>
                  <a:lnTo>
                    <a:pt x="4833" y="57348"/>
                  </a:lnTo>
                  <a:lnTo>
                    <a:pt x="0" y="43152"/>
                  </a:lnTo>
                  <a:lnTo>
                    <a:pt x="0" y="380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9" name="object 909"/>
            <p:cNvSpPr/>
            <p:nvPr/>
          </p:nvSpPr>
          <p:spPr>
            <a:xfrm>
              <a:off x="12287247" y="1971675"/>
              <a:ext cx="85725" cy="4991100"/>
            </a:xfrm>
            <a:custGeom>
              <a:avLst/>
              <a:gdLst/>
              <a:ahLst/>
              <a:cxnLst/>
              <a:rect l="l" t="t" r="r" b="b"/>
              <a:pathLst>
                <a:path w="85725" h="4991100">
                  <a:moveTo>
                    <a:pt x="48547" y="4991099"/>
                  </a:moveTo>
                  <a:lnTo>
                    <a:pt x="37179" y="4991099"/>
                  </a:lnTo>
                  <a:lnTo>
                    <a:pt x="31710" y="4990011"/>
                  </a:lnTo>
                  <a:lnTo>
                    <a:pt x="1087" y="4959388"/>
                  </a:lnTo>
                  <a:lnTo>
                    <a:pt x="0" y="4953921"/>
                  </a:lnTo>
                  <a:lnTo>
                    <a:pt x="1" y="4948237"/>
                  </a:lnTo>
                  <a:lnTo>
                    <a:pt x="0" y="37178"/>
                  </a:lnTo>
                  <a:lnTo>
                    <a:pt x="21209" y="5437"/>
                  </a:lnTo>
                  <a:lnTo>
                    <a:pt x="37179" y="0"/>
                  </a:lnTo>
                  <a:lnTo>
                    <a:pt x="48547" y="0"/>
                  </a:lnTo>
                  <a:lnTo>
                    <a:pt x="80286" y="21208"/>
                  </a:lnTo>
                  <a:lnTo>
                    <a:pt x="85726" y="37178"/>
                  </a:lnTo>
                  <a:lnTo>
                    <a:pt x="85726" y="4953921"/>
                  </a:lnTo>
                  <a:lnTo>
                    <a:pt x="64515" y="4985661"/>
                  </a:lnTo>
                  <a:lnTo>
                    <a:pt x="54014" y="4990011"/>
                  </a:lnTo>
                  <a:lnTo>
                    <a:pt x="48547" y="4991099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0" name="object 910"/>
            <p:cNvSpPr/>
            <p:nvPr/>
          </p:nvSpPr>
          <p:spPr>
            <a:xfrm>
              <a:off x="12292011" y="1976437"/>
              <a:ext cx="76200" cy="1123950"/>
            </a:xfrm>
            <a:custGeom>
              <a:avLst/>
              <a:gdLst/>
              <a:ahLst/>
              <a:cxnLst/>
              <a:rect l="l" t="t" r="r" b="b"/>
              <a:pathLst>
                <a:path w="76200" h="1123950">
                  <a:moveTo>
                    <a:pt x="43152" y="1123949"/>
                  </a:moveTo>
                  <a:lnTo>
                    <a:pt x="33047" y="1123949"/>
                  </a:lnTo>
                  <a:lnTo>
                    <a:pt x="28187" y="1122982"/>
                  </a:lnTo>
                  <a:lnTo>
                    <a:pt x="966" y="1095762"/>
                  </a:lnTo>
                  <a:lnTo>
                    <a:pt x="0" y="1090902"/>
                  </a:lnTo>
                  <a:lnTo>
                    <a:pt x="0" y="10858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3152" y="0"/>
                  </a:lnTo>
                  <a:lnTo>
                    <a:pt x="75233" y="28187"/>
                  </a:lnTo>
                  <a:lnTo>
                    <a:pt x="76199" y="33047"/>
                  </a:lnTo>
                  <a:lnTo>
                    <a:pt x="76199" y="1090902"/>
                  </a:lnTo>
                  <a:lnTo>
                    <a:pt x="48012" y="1122982"/>
                  </a:lnTo>
                  <a:lnTo>
                    <a:pt x="43152" y="1123949"/>
                  </a:lnTo>
                  <a:close/>
                </a:path>
              </a:pathLst>
            </a:custGeom>
            <a:solidFill>
              <a:srgbClr val="605D5C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1" name="object 911"/>
            <p:cNvSpPr/>
            <p:nvPr/>
          </p:nvSpPr>
          <p:spPr>
            <a:xfrm>
              <a:off x="12292011" y="1976437"/>
              <a:ext cx="76200" cy="1123950"/>
            </a:xfrm>
            <a:custGeom>
              <a:avLst/>
              <a:gdLst/>
              <a:ahLst/>
              <a:cxnLst/>
              <a:rect l="l" t="t" r="r" b="b"/>
              <a:pathLst>
                <a:path w="76200" h="1123950">
                  <a:moveTo>
                    <a:pt x="0" y="1085849"/>
                  </a:moveTo>
                  <a:lnTo>
                    <a:pt x="0" y="38099"/>
                  </a:lnTo>
                  <a:lnTo>
                    <a:pt x="0" y="33047"/>
                  </a:lnTo>
                  <a:lnTo>
                    <a:pt x="966" y="28187"/>
                  </a:lnTo>
                  <a:lnTo>
                    <a:pt x="2900" y="23519"/>
                  </a:lnTo>
                  <a:lnTo>
                    <a:pt x="4833" y="18851"/>
                  </a:lnTo>
                  <a:lnTo>
                    <a:pt x="7586" y="14731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43152" y="0"/>
                  </a:lnTo>
                  <a:lnTo>
                    <a:pt x="73299" y="23519"/>
                  </a:lnTo>
                  <a:lnTo>
                    <a:pt x="76199" y="38099"/>
                  </a:lnTo>
                  <a:lnTo>
                    <a:pt x="76199" y="1085849"/>
                  </a:lnTo>
                  <a:lnTo>
                    <a:pt x="57348" y="1119116"/>
                  </a:lnTo>
                  <a:lnTo>
                    <a:pt x="38099" y="1123949"/>
                  </a:lnTo>
                  <a:lnTo>
                    <a:pt x="33047" y="1123949"/>
                  </a:lnTo>
                  <a:lnTo>
                    <a:pt x="2900" y="1100429"/>
                  </a:lnTo>
                  <a:lnTo>
                    <a:pt x="966" y="1095762"/>
                  </a:lnTo>
                  <a:lnTo>
                    <a:pt x="0" y="1090902"/>
                  </a:lnTo>
                  <a:lnTo>
                    <a:pt x="0" y="108584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2" name="object 912"/>
          <p:cNvGrpSpPr/>
          <p:nvPr/>
        </p:nvGrpSpPr>
        <p:grpSpPr>
          <a:xfrm>
            <a:off x="3457575" y="742949"/>
            <a:ext cx="6534150" cy="485775"/>
            <a:chOff x="3457575" y="742949"/>
            <a:chExt cx="6534150" cy="485775"/>
          </a:xfrm>
        </p:grpSpPr>
        <p:sp>
          <p:nvSpPr>
            <p:cNvPr id="913" name="object 913"/>
            <p:cNvSpPr/>
            <p:nvPr/>
          </p:nvSpPr>
          <p:spPr>
            <a:xfrm>
              <a:off x="3457575" y="742949"/>
              <a:ext cx="6534150" cy="485775"/>
            </a:xfrm>
            <a:custGeom>
              <a:avLst/>
              <a:gdLst/>
              <a:ahLst/>
              <a:cxnLst/>
              <a:rect l="l" t="t" r="r" b="b"/>
              <a:pathLst>
                <a:path w="6534150" h="485775">
                  <a:moveTo>
                    <a:pt x="6534149" y="485774"/>
                  </a:moveTo>
                  <a:lnTo>
                    <a:pt x="0" y="485774"/>
                  </a:lnTo>
                  <a:lnTo>
                    <a:pt x="0" y="0"/>
                  </a:lnTo>
                  <a:lnTo>
                    <a:pt x="6534149" y="0"/>
                  </a:lnTo>
                  <a:lnTo>
                    <a:pt x="6534149" y="485774"/>
                  </a:lnTo>
                  <a:close/>
                </a:path>
              </a:pathLst>
            </a:custGeom>
            <a:solidFill>
              <a:srgbClr val="FFFFFF">
                <a:alpha val="968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4" name="object 914"/>
            <p:cNvSpPr/>
            <p:nvPr/>
          </p:nvSpPr>
          <p:spPr>
            <a:xfrm>
              <a:off x="9867899" y="790574"/>
              <a:ext cx="76200" cy="371475"/>
            </a:xfrm>
            <a:custGeom>
              <a:avLst/>
              <a:gdLst/>
              <a:ahLst/>
              <a:cxnLst/>
              <a:rect l="l" t="t" r="r" b="b"/>
              <a:pathLst>
                <a:path w="76200" h="371475">
                  <a:moveTo>
                    <a:pt x="76199" y="371474"/>
                  </a:moveTo>
                  <a:lnTo>
                    <a:pt x="0" y="371474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371474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5" name="object 915" descr="$PPTXTitle"/>
          <p:cNvSpPr txBox="1">
            <a:spLocks noGrp="1"/>
          </p:cNvSpPr>
          <p:nvPr>
            <p:ph type="title"/>
          </p:nvPr>
        </p:nvSpPr>
        <p:spPr>
          <a:xfrm>
            <a:off x="3492500" y="746156"/>
            <a:ext cx="63550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814FC3"/>
                </a:solidFill>
                <a:latin typeface="Arial"/>
                <a:cs typeface="Arial"/>
              </a:rPr>
              <a:t>Metrix</a:t>
            </a:r>
            <a:r>
              <a:rPr sz="2800" b="1" spc="-170" dirty="0">
                <a:solidFill>
                  <a:srgbClr val="814FC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814FC3"/>
                </a:solidFill>
                <a:latin typeface="Arial"/>
                <a:cs typeface="Arial"/>
              </a:rPr>
              <a:t>Analysis</a:t>
            </a:r>
            <a:r>
              <a:rPr sz="2800" b="1" spc="-70" dirty="0">
                <a:solidFill>
                  <a:srgbClr val="814FC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814FC3"/>
                </a:solidFill>
                <a:latin typeface="Arial"/>
                <a:cs typeface="Arial"/>
              </a:rPr>
              <a:t>of</a:t>
            </a:r>
            <a:r>
              <a:rPr sz="2800" b="1" spc="-70" dirty="0">
                <a:solidFill>
                  <a:srgbClr val="814FC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814FC3"/>
                </a:solidFill>
                <a:latin typeface="Arial"/>
                <a:cs typeface="Arial"/>
              </a:rPr>
              <a:t>Student</a:t>
            </a:r>
            <a:r>
              <a:rPr sz="2800" b="1" spc="-75" dirty="0">
                <a:solidFill>
                  <a:srgbClr val="814FC3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814FC3"/>
                </a:solidFill>
                <a:latin typeface="Arial"/>
                <a:cs typeface="Arial"/>
              </a:rPr>
              <a:t>Placement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ransition spd="slow" advTm="9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8125" y="238125"/>
            <a:ext cx="12172950" cy="6838950"/>
          </a:xfrm>
          <a:custGeom>
            <a:avLst/>
            <a:gdLst/>
            <a:ahLst/>
            <a:cxnLst/>
            <a:rect l="l" t="t" r="r" b="b"/>
            <a:pathLst>
              <a:path w="12172950" h="6838950">
                <a:moveTo>
                  <a:pt x="12172949" y="6838949"/>
                </a:moveTo>
                <a:lnTo>
                  <a:pt x="0" y="6838949"/>
                </a:lnTo>
                <a:lnTo>
                  <a:pt x="0" y="0"/>
                </a:lnTo>
                <a:lnTo>
                  <a:pt x="12172949" y="0"/>
                </a:lnTo>
                <a:lnTo>
                  <a:pt x="12172949" y="6838949"/>
                </a:lnTo>
                <a:close/>
              </a:path>
            </a:pathLst>
          </a:custGeom>
          <a:solidFill>
            <a:srgbClr val="CAF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28600" y="228600"/>
            <a:ext cx="12192000" cy="6858000"/>
            <a:chOff x="228600" y="228600"/>
            <a:chExt cx="12192000" cy="6858000"/>
          </a:xfrm>
        </p:grpSpPr>
        <p:sp>
          <p:nvSpPr>
            <p:cNvPr id="5" name="object 5"/>
            <p:cNvSpPr/>
            <p:nvPr/>
          </p:nvSpPr>
          <p:spPr>
            <a:xfrm>
              <a:off x="238125" y="238125"/>
              <a:ext cx="12172950" cy="6838950"/>
            </a:xfrm>
            <a:custGeom>
              <a:avLst/>
              <a:gdLst/>
              <a:ahLst/>
              <a:cxnLst/>
              <a:rect l="l" t="t" r="r" b="b"/>
              <a:pathLst>
                <a:path w="12172950" h="6838950">
                  <a:moveTo>
                    <a:pt x="0" y="0"/>
                  </a:moveTo>
                  <a:lnTo>
                    <a:pt x="12172949" y="0"/>
                  </a:lnTo>
                  <a:lnTo>
                    <a:pt x="12172949" y="6838949"/>
                  </a:lnTo>
                  <a:lnTo>
                    <a:pt x="0" y="68389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13C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09949" y="1190625"/>
              <a:ext cx="4314825" cy="495300"/>
            </a:xfrm>
            <a:custGeom>
              <a:avLst/>
              <a:gdLst/>
              <a:ahLst/>
              <a:cxnLst/>
              <a:rect l="l" t="t" r="r" b="b"/>
              <a:pathLst>
                <a:path w="4314825" h="495300">
                  <a:moveTo>
                    <a:pt x="4314824" y="495299"/>
                  </a:moveTo>
                  <a:lnTo>
                    <a:pt x="0" y="495299"/>
                  </a:lnTo>
                  <a:lnTo>
                    <a:pt x="0" y="0"/>
                  </a:lnTo>
                  <a:lnTo>
                    <a:pt x="4314824" y="0"/>
                  </a:lnTo>
                  <a:lnTo>
                    <a:pt x="4314824" y="495299"/>
                  </a:lnTo>
                  <a:close/>
                </a:path>
              </a:pathLst>
            </a:custGeom>
            <a:solidFill>
              <a:srgbClr val="FFFFFF">
                <a:alpha val="968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00949" y="1238250"/>
              <a:ext cx="76200" cy="342900"/>
            </a:xfrm>
            <a:custGeom>
              <a:avLst/>
              <a:gdLst/>
              <a:ahLst/>
              <a:cxnLst/>
              <a:rect l="l" t="t" r="r" b="b"/>
              <a:pathLst>
                <a:path w="76200" h="342900">
                  <a:moveTo>
                    <a:pt x="76199" y="342899"/>
                  </a:moveTo>
                  <a:lnTo>
                    <a:pt x="0" y="342899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342899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09950" y="1190624"/>
            <a:ext cx="4314825" cy="4953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">
              <a:lnSpc>
                <a:spcPts val="3325"/>
              </a:lnSpc>
              <a:spcBef>
                <a:spcPts val="575"/>
              </a:spcBef>
            </a:pPr>
            <a:r>
              <a:rPr sz="2800" dirty="0">
                <a:latin typeface="Segoe UI"/>
                <a:cs typeface="Segoe UI"/>
              </a:rPr>
              <a:t>Conclusion</a:t>
            </a:r>
            <a:r>
              <a:rPr sz="2800" spc="-35" dirty="0">
                <a:latin typeface="Segoe UI"/>
                <a:cs typeface="Segoe UI"/>
              </a:rPr>
              <a:t> </a:t>
            </a:r>
            <a:r>
              <a:rPr sz="2800" dirty="0">
                <a:latin typeface="Segoe UI"/>
                <a:cs typeface="Segoe UI"/>
              </a:rPr>
              <a:t>of</a:t>
            </a:r>
            <a:r>
              <a:rPr sz="2800" spc="-30" dirty="0">
                <a:latin typeface="Segoe UI"/>
                <a:cs typeface="Segoe UI"/>
              </a:rPr>
              <a:t> </a:t>
            </a:r>
            <a:r>
              <a:rPr sz="2800" dirty="0">
                <a:latin typeface="Segoe UI"/>
                <a:cs typeface="Segoe UI"/>
              </a:rPr>
              <a:t>the</a:t>
            </a:r>
            <a:r>
              <a:rPr sz="2800" spc="-3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Project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600" y="1771650"/>
            <a:ext cx="12115800" cy="5010150"/>
          </a:xfrm>
          <a:custGeom>
            <a:avLst/>
            <a:gdLst/>
            <a:ahLst/>
            <a:cxnLst/>
            <a:rect l="l" t="t" r="r" b="b"/>
            <a:pathLst>
              <a:path w="12115800" h="5010150">
                <a:moveTo>
                  <a:pt x="12115799" y="5010149"/>
                </a:moveTo>
                <a:lnTo>
                  <a:pt x="0" y="5010149"/>
                </a:lnTo>
                <a:lnTo>
                  <a:pt x="0" y="0"/>
                </a:lnTo>
                <a:lnTo>
                  <a:pt x="12115799" y="0"/>
                </a:lnTo>
                <a:lnTo>
                  <a:pt x="12115799" y="5010149"/>
                </a:lnTo>
                <a:close/>
              </a:path>
            </a:pathLst>
          </a:custGeom>
          <a:solidFill>
            <a:srgbClr val="FFFFFF">
              <a:alpha val="968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8676" y="1791963"/>
            <a:ext cx="11995785" cy="3921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marR="85090" algn="ctr">
              <a:lnSpc>
                <a:spcPct val="109400"/>
              </a:lnSpc>
              <a:spcBef>
                <a:spcPts val="100"/>
              </a:spcBef>
            </a:pP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"</a:t>
            </a:r>
            <a:r>
              <a:rPr sz="2800" spc="-10" dirty="0">
                <a:solidFill>
                  <a:srgbClr val="EC31A5"/>
                </a:solidFill>
                <a:latin typeface="Segoe UI Semibold"/>
                <a:cs typeface="Segoe UI Semibold"/>
              </a:rPr>
              <a:t>Ultimately,this</a:t>
            </a:r>
            <a:r>
              <a:rPr sz="2800" spc="-8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project</a:t>
            </a:r>
            <a:r>
              <a:rPr sz="2800" spc="-8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demonstrates</a:t>
            </a:r>
            <a:r>
              <a:rPr sz="2800" spc="-8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how</a:t>
            </a:r>
            <a:r>
              <a:rPr sz="2800" spc="-8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can</a:t>
            </a:r>
            <a:r>
              <a:rPr sz="2800" spc="-8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convert</a:t>
            </a:r>
            <a:r>
              <a:rPr sz="2800" spc="-8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raw,dense</a:t>
            </a:r>
            <a:r>
              <a:rPr sz="2800" spc="-8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EC31A5"/>
                </a:solidFill>
                <a:latin typeface="Segoe UI Semibold"/>
                <a:cs typeface="Segoe UI Semibold"/>
              </a:rPr>
              <a:t>student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placement</a:t>
            </a:r>
            <a:r>
              <a:rPr sz="2800" spc="-7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records</a:t>
            </a:r>
            <a:r>
              <a:rPr sz="2800" spc="-7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into</a:t>
            </a:r>
            <a:r>
              <a:rPr sz="2800" spc="-7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an</a:t>
            </a:r>
            <a:r>
              <a:rPr sz="2800" spc="-7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EC31A5"/>
                </a:solidFill>
                <a:latin typeface="Segoe UI Semibold"/>
                <a:cs typeface="Segoe UI Semibold"/>
              </a:rPr>
              <a:t>interactive,actionable</a:t>
            </a:r>
            <a:r>
              <a:rPr sz="2800" spc="-7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data</a:t>
            </a:r>
            <a:r>
              <a:rPr sz="2800" spc="-7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story.By</a:t>
            </a:r>
            <a:r>
              <a:rPr sz="2800" spc="-7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EC31A5"/>
                </a:solidFill>
                <a:latin typeface="Segoe UI Semibold"/>
                <a:cs typeface="Segoe UI Semibold"/>
              </a:rPr>
              <a:t>structuring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the</a:t>
            </a:r>
            <a:r>
              <a:rPr sz="2800" spc="-6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model</a:t>
            </a:r>
            <a:r>
              <a:rPr sz="2800" spc="-6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to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respond</a:t>
            </a:r>
            <a:r>
              <a:rPr sz="2800" spc="-6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seamlessly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to</a:t>
            </a:r>
            <a:r>
              <a:rPr sz="2800" spc="-6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user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input</a:t>
            </a:r>
            <a:r>
              <a:rPr sz="2800" spc="-6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across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multiple</a:t>
            </a:r>
            <a:r>
              <a:rPr sz="2800" spc="-6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EC31A5"/>
                </a:solidFill>
                <a:latin typeface="Segoe UI Semibold"/>
                <a:cs typeface="Segoe UI Semibold"/>
              </a:rPr>
              <a:t>slicers,i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have</a:t>
            </a:r>
            <a:r>
              <a:rPr sz="2800" spc="-7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ensured</a:t>
            </a:r>
            <a:r>
              <a:rPr sz="2800" spc="-7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decision</a:t>
            </a:r>
            <a:r>
              <a:rPr sz="2800" spc="-7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makers</a:t>
            </a:r>
            <a:r>
              <a:rPr sz="2800" spc="-7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EC31A5"/>
                </a:solidFill>
                <a:latin typeface="Segoe UI Semibold"/>
                <a:cs typeface="Segoe UI Semibold"/>
              </a:rPr>
              <a:t>aren't</a:t>
            </a:r>
            <a:r>
              <a:rPr sz="2800" spc="-7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just</a:t>
            </a:r>
            <a:r>
              <a:rPr sz="2800" spc="-6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looking</a:t>
            </a:r>
            <a:r>
              <a:rPr sz="2800" spc="-7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at</a:t>
            </a:r>
            <a:r>
              <a:rPr sz="2800" spc="-7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where</a:t>
            </a:r>
            <a:r>
              <a:rPr sz="2800" spc="-7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the</a:t>
            </a:r>
            <a:r>
              <a:rPr sz="2800" spc="-7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EC31A5"/>
                </a:solidFill>
                <a:latin typeface="Segoe UI Semibold"/>
                <a:cs typeface="Segoe UI Semibold"/>
              </a:rPr>
              <a:t>institution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stands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as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whole,but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can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instantly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drill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down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into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the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exact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insights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spc="-20" dirty="0">
                <a:solidFill>
                  <a:srgbClr val="EC31A5"/>
                </a:solidFill>
                <a:latin typeface="Segoe UI Semibold"/>
                <a:cs typeface="Segoe UI Semibold"/>
              </a:rPr>
              <a:t>they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need</a:t>
            </a:r>
            <a:r>
              <a:rPr sz="2800" spc="-6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to</a:t>
            </a:r>
            <a:r>
              <a:rPr sz="2800" spc="-6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drive</a:t>
            </a:r>
            <a:r>
              <a:rPr sz="2800" spc="-6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future</a:t>
            </a:r>
            <a:r>
              <a:rPr sz="2800" spc="-6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academic</a:t>
            </a:r>
            <a:r>
              <a:rPr sz="2800" spc="-6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and</a:t>
            </a:r>
            <a:r>
              <a:rPr sz="2800" spc="-6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placement</a:t>
            </a:r>
            <a:r>
              <a:rPr sz="2800" spc="-6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EC31A5"/>
                </a:solidFill>
                <a:latin typeface="Segoe UI Semibold"/>
                <a:cs typeface="Segoe UI Semibold"/>
              </a:rPr>
              <a:t>strategies</a:t>
            </a:r>
            <a:endParaRPr sz="2800">
              <a:latin typeface="Segoe UI Semibold"/>
              <a:cs typeface="Segoe UI Semibold"/>
            </a:endParaRPr>
          </a:p>
          <a:p>
            <a:pPr marL="12065" marR="5080" algn="ctr">
              <a:lnSpc>
                <a:spcPct val="109400"/>
              </a:lnSpc>
              <a:spcBef>
                <a:spcPts val="1270"/>
              </a:spcBef>
            </a:pP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Thank</a:t>
            </a:r>
            <a:r>
              <a:rPr sz="2800" spc="-6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you,</a:t>
            </a:r>
            <a:r>
              <a:rPr sz="2800" spc="-5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and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i</a:t>
            </a:r>
            <a:r>
              <a:rPr sz="2800" spc="-5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would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be</a:t>
            </a:r>
            <a:r>
              <a:rPr sz="2800" spc="-5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happy</a:t>
            </a:r>
            <a:r>
              <a:rPr sz="2800" spc="-5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to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take</a:t>
            </a:r>
            <a:r>
              <a:rPr sz="2800" spc="-5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any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questions</a:t>
            </a:r>
            <a:r>
              <a:rPr sz="2800" spc="-5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on</a:t>
            </a:r>
            <a:r>
              <a:rPr sz="2800" spc="-5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the</a:t>
            </a:r>
            <a:r>
              <a:rPr sz="2800" spc="-5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data</a:t>
            </a:r>
            <a:r>
              <a:rPr sz="2800" spc="-50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EC31A5"/>
                </a:solidFill>
                <a:latin typeface="Segoe UI Semibold"/>
                <a:cs typeface="Segoe UI Semibold"/>
              </a:rPr>
              <a:t>model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or</a:t>
            </a:r>
            <a:r>
              <a:rPr sz="2800" spc="-4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EC31A5"/>
                </a:solidFill>
                <a:latin typeface="Segoe UI Semibold"/>
                <a:cs typeface="Segoe UI Semibold"/>
              </a:rPr>
              <a:t>the</a:t>
            </a:r>
            <a:r>
              <a:rPr sz="2800" spc="-4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spc="-20" dirty="0">
                <a:solidFill>
                  <a:srgbClr val="EC31A5"/>
                </a:solidFill>
                <a:latin typeface="Segoe UI Semibold"/>
                <a:cs typeface="Segoe UI Semibold"/>
              </a:rPr>
              <a:t>dashboard's</a:t>
            </a:r>
            <a:r>
              <a:rPr sz="2800" spc="-45" dirty="0">
                <a:solidFill>
                  <a:srgbClr val="EC31A5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EC31A5"/>
                </a:solidFill>
                <a:latin typeface="Segoe UI Semibold"/>
                <a:cs typeface="Segoe UI Semibold"/>
              </a:rPr>
              <a:t>functionality".</a:t>
            </a:r>
            <a:endParaRPr sz="2800">
              <a:latin typeface="Segoe UI Semibold"/>
              <a:cs typeface="Segoe UI Semibold"/>
            </a:endParaRPr>
          </a:p>
        </p:txBody>
      </p:sp>
    </p:spTree>
  </p:cSld>
  <p:clrMapOvr>
    <a:masterClrMapping/>
  </p:clrMapOvr>
  <p:transition spd="slow" advTm="9000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479</Words>
  <Application>Microsoft Office PowerPoint</Application>
  <PresentationFormat>Custom</PresentationFormat>
  <Paragraphs>245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Arial MT</vt:lpstr>
      <vt:lpstr>Calibri</vt:lpstr>
      <vt:lpstr>Segoe UI</vt:lpstr>
      <vt:lpstr>Segoe UI Semibold</vt:lpstr>
      <vt:lpstr>Trebuchet MS</vt:lpstr>
      <vt:lpstr>Office Theme</vt:lpstr>
      <vt:lpstr>98.36 Placement Rate</vt:lpstr>
      <vt:lpstr>Metrix Analysis of Student Placement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johann abraham</cp:lastModifiedBy>
  <cp:revision>2</cp:revision>
  <dcterms:created xsi:type="dcterms:W3CDTF">2026-06-19T07:44:08Z</dcterms:created>
  <dcterms:modified xsi:type="dcterms:W3CDTF">2026-06-19T07:56:55Z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2026-06-16T00:00:00Z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2026-06-16T00:00:00Z</vt:filetime>
  </property>
</Properties>
</file>